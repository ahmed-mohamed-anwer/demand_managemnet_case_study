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70" r:id="rId14"/>
    <p:sldId id="271" r:id="rId15"/>
    <p:sldId id="272" r:id="rId16"/>
    <p:sldId id="273" r:id="rId17"/>
    <p:sldId id="274" r:id="rId18"/>
    <p:sldId id="277" r:id="rId19"/>
    <p:sldId id="278" r:id="rId20"/>
    <p:sldId id="268" r:id="rId21"/>
    <p:sldId id="279" r:id="rId22"/>
    <p:sldId id="269"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FEC5162-EC8E-43A4-B4FB-54AAD60E8466}"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EFFF822-854C-4390-9C10-418D0045A9DE}">
      <dgm:prSet/>
      <dgm:spPr/>
      <dgm:t>
        <a:bodyPr/>
        <a:lstStyle/>
        <a:p>
          <a:r>
            <a:rPr lang="en-US"/>
            <a:t>Using power bi</a:t>
          </a:r>
        </a:p>
      </dgm:t>
    </dgm:pt>
    <dgm:pt modelId="{816427B6-4471-4C81-8E97-E56AD89BC206}" type="parTrans" cxnId="{E342040B-2586-4779-9134-3F26FDA8C54D}">
      <dgm:prSet/>
      <dgm:spPr/>
      <dgm:t>
        <a:bodyPr/>
        <a:lstStyle/>
        <a:p>
          <a:endParaRPr lang="en-US"/>
        </a:p>
      </dgm:t>
    </dgm:pt>
    <dgm:pt modelId="{7BC95F45-80C5-44D5-A2EC-3D3577D7D8D0}" type="sibTrans" cxnId="{E342040B-2586-4779-9134-3F26FDA8C54D}">
      <dgm:prSet/>
      <dgm:spPr/>
      <dgm:t>
        <a:bodyPr/>
        <a:lstStyle/>
        <a:p>
          <a:endParaRPr lang="en-US"/>
        </a:p>
      </dgm:t>
    </dgm:pt>
    <dgm:pt modelId="{1C1025AF-49F6-40F2-923F-1787634BBEA4}">
      <dgm:prSet/>
      <dgm:spPr/>
      <dgm:t>
        <a:bodyPr/>
        <a:lstStyle/>
        <a:p>
          <a:r>
            <a:rPr lang="en-US"/>
            <a:t>python</a:t>
          </a:r>
        </a:p>
      </dgm:t>
    </dgm:pt>
    <dgm:pt modelId="{2FED6816-C72C-43C2-93DC-129EE8E8B76E}" type="parTrans" cxnId="{A28EF062-AE99-4135-ABD6-30A9BACD6C58}">
      <dgm:prSet/>
      <dgm:spPr/>
      <dgm:t>
        <a:bodyPr/>
        <a:lstStyle/>
        <a:p>
          <a:endParaRPr lang="en-US"/>
        </a:p>
      </dgm:t>
    </dgm:pt>
    <dgm:pt modelId="{A261C367-BAA8-44F1-8C7E-B4E043F9FA3D}" type="sibTrans" cxnId="{A28EF062-AE99-4135-ABD6-30A9BACD6C58}">
      <dgm:prSet/>
      <dgm:spPr/>
      <dgm:t>
        <a:bodyPr/>
        <a:lstStyle/>
        <a:p>
          <a:endParaRPr lang="en-US"/>
        </a:p>
      </dgm:t>
    </dgm:pt>
    <dgm:pt modelId="{88174438-4289-41B0-AE42-11BFAD141982}" type="pres">
      <dgm:prSet presAssocID="{6FEC5162-EC8E-43A4-B4FB-54AAD60E8466}" presName="root" presStyleCnt="0">
        <dgm:presLayoutVars>
          <dgm:dir/>
          <dgm:resizeHandles val="exact"/>
        </dgm:presLayoutVars>
      </dgm:prSet>
      <dgm:spPr/>
    </dgm:pt>
    <dgm:pt modelId="{AE591769-DBE1-42E8-9098-EB06EDCB4CEC}" type="pres">
      <dgm:prSet presAssocID="{CEFFF822-854C-4390-9C10-418D0045A9DE}" presName="compNode" presStyleCnt="0"/>
      <dgm:spPr/>
    </dgm:pt>
    <dgm:pt modelId="{BCFF9144-165A-490D-8906-365CAB434A97}" type="pres">
      <dgm:prSet presAssocID="{CEFFF822-854C-4390-9C10-418D0045A9D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 chart"/>
        </a:ext>
      </dgm:extLst>
    </dgm:pt>
    <dgm:pt modelId="{97306B62-BE10-487B-B1BC-7E5E69D901CF}" type="pres">
      <dgm:prSet presAssocID="{CEFFF822-854C-4390-9C10-418D0045A9DE}" presName="spaceRect" presStyleCnt="0"/>
      <dgm:spPr/>
    </dgm:pt>
    <dgm:pt modelId="{4B54E681-79D0-44C2-B244-61F1842A4CBD}" type="pres">
      <dgm:prSet presAssocID="{CEFFF822-854C-4390-9C10-418D0045A9DE}" presName="textRect" presStyleLbl="revTx" presStyleIdx="0" presStyleCnt="2">
        <dgm:presLayoutVars>
          <dgm:chMax val="1"/>
          <dgm:chPref val="1"/>
        </dgm:presLayoutVars>
      </dgm:prSet>
      <dgm:spPr/>
    </dgm:pt>
    <dgm:pt modelId="{1207ADEB-2A94-4A2A-BC81-DC744BC3E241}" type="pres">
      <dgm:prSet presAssocID="{7BC95F45-80C5-44D5-A2EC-3D3577D7D8D0}" presName="sibTrans" presStyleCnt="0"/>
      <dgm:spPr/>
    </dgm:pt>
    <dgm:pt modelId="{7711F9F9-29EA-4359-9D70-83C3151EA6CA}" type="pres">
      <dgm:prSet presAssocID="{1C1025AF-49F6-40F2-923F-1787634BBEA4}" presName="compNode" presStyleCnt="0"/>
      <dgm:spPr/>
    </dgm:pt>
    <dgm:pt modelId="{24167797-8DFB-430A-AE1D-E3AC063138B8}" type="pres">
      <dgm:prSet presAssocID="{1C1025AF-49F6-40F2-923F-1787634BBEA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grammer"/>
        </a:ext>
      </dgm:extLst>
    </dgm:pt>
    <dgm:pt modelId="{35E9300C-ABCD-4FAD-A54A-D9B9136C96DE}" type="pres">
      <dgm:prSet presAssocID="{1C1025AF-49F6-40F2-923F-1787634BBEA4}" presName="spaceRect" presStyleCnt="0"/>
      <dgm:spPr/>
    </dgm:pt>
    <dgm:pt modelId="{FB10ACC5-EDA3-49E6-A141-64454361BDCC}" type="pres">
      <dgm:prSet presAssocID="{1C1025AF-49F6-40F2-923F-1787634BBEA4}" presName="textRect" presStyleLbl="revTx" presStyleIdx="1" presStyleCnt="2">
        <dgm:presLayoutVars>
          <dgm:chMax val="1"/>
          <dgm:chPref val="1"/>
        </dgm:presLayoutVars>
      </dgm:prSet>
      <dgm:spPr/>
    </dgm:pt>
  </dgm:ptLst>
  <dgm:cxnLst>
    <dgm:cxn modelId="{E342040B-2586-4779-9134-3F26FDA8C54D}" srcId="{6FEC5162-EC8E-43A4-B4FB-54AAD60E8466}" destId="{CEFFF822-854C-4390-9C10-418D0045A9DE}" srcOrd="0" destOrd="0" parTransId="{816427B6-4471-4C81-8E97-E56AD89BC206}" sibTransId="{7BC95F45-80C5-44D5-A2EC-3D3577D7D8D0}"/>
    <dgm:cxn modelId="{A77A2A28-5308-46EC-BDDC-BB8368399FA0}" type="presOf" srcId="{CEFFF822-854C-4390-9C10-418D0045A9DE}" destId="{4B54E681-79D0-44C2-B244-61F1842A4CBD}" srcOrd="0" destOrd="0" presId="urn:microsoft.com/office/officeart/2018/2/layout/IconLabelList"/>
    <dgm:cxn modelId="{A28EF062-AE99-4135-ABD6-30A9BACD6C58}" srcId="{6FEC5162-EC8E-43A4-B4FB-54AAD60E8466}" destId="{1C1025AF-49F6-40F2-923F-1787634BBEA4}" srcOrd="1" destOrd="0" parTransId="{2FED6816-C72C-43C2-93DC-129EE8E8B76E}" sibTransId="{A261C367-BAA8-44F1-8C7E-B4E043F9FA3D}"/>
    <dgm:cxn modelId="{CEEF6343-4A2C-4C71-B584-9E9F3290CC4B}" type="presOf" srcId="{1C1025AF-49F6-40F2-923F-1787634BBEA4}" destId="{FB10ACC5-EDA3-49E6-A141-64454361BDCC}" srcOrd="0" destOrd="0" presId="urn:microsoft.com/office/officeart/2018/2/layout/IconLabelList"/>
    <dgm:cxn modelId="{629C3158-6710-45C8-B05A-8251835A1420}" type="presOf" srcId="{6FEC5162-EC8E-43A4-B4FB-54AAD60E8466}" destId="{88174438-4289-41B0-AE42-11BFAD141982}" srcOrd="0" destOrd="0" presId="urn:microsoft.com/office/officeart/2018/2/layout/IconLabelList"/>
    <dgm:cxn modelId="{9F5F0987-B262-4EA9-B2B2-7C6F701BBA78}" type="presParOf" srcId="{88174438-4289-41B0-AE42-11BFAD141982}" destId="{AE591769-DBE1-42E8-9098-EB06EDCB4CEC}" srcOrd="0" destOrd="0" presId="urn:microsoft.com/office/officeart/2018/2/layout/IconLabelList"/>
    <dgm:cxn modelId="{6872BC3B-8F05-40BE-8A1A-E1856D26EE93}" type="presParOf" srcId="{AE591769-DBE1-42E8-9098-EB06EDCB4CEC}" destId="{BCFF9144-165A-490D-8906-365CAB434A97}" srcOrd="0" destOrd="0" presId="urn:microsoft.com/office/officeart/2018/2/layout/IconLabelList"/>
    <dgm:cxn modelId="{6CA6FDA7-A258-431A-BF21-5F6C68AF49A6}" type="presParOf" srcId="{AE591769-DBE1-42E8-9098-EB06EDCB4CEC}" destId="{97306B62-BE10-487B-B1BC-7E5E69D901CF}" srcOrd="1" destOrd="0" presId="urn:microsoft.com/office/officeart/2018/2/layout/IconLabelList"/>
    <dgm:cxn modelId="{AAC83C7F-B370-4427-9E09-EDBC3F51D4F9}" type="presParOf" srcId="{AE591769-DBE1-42E8-9098-EB06EDCB4CEC}" destId="{4B54E681-79D0-44C2-B244-61F1842A4CBD}" srcOrd="2" destOrd="0" presId="urn:microsoft.com/office/officeart/2018/2/layout/IconLabelList"/>
    <dgm:cxn modelId="{79105D17-2A83-4C4B-A635-11901D345549}" type="presParOf" srcId="{88174438-4289-41B0-AE42-11BFAD141982}" destId="{1207ADEB-2A94-4A2A-BC81-DC744BC3E241}" srcOrd="1" destOrd="0" presId="urn:microsoft.com/office/officeart/2018/2/layout/IconLabelList"/>
    <dgm:cxn modelId="{5E47795E-DD65-4262-871B-DFEF0585D241}" type="presParOf" srcId="{88174438-4289-41B0-AE42-11BFAD141982}" destId="{7711F9F9-29EA-4359-9D70-83C3151EA6CA}" srcOrd="2" destOrd="0" presId="urn:microsoft.com/office/officeart/2018/2/layout/IconLabelList"/>
    <dgm:cxn modelId="{CDE5042E-7282-4DEF-B189-CB532D83D766}" type="presParOf" srcId="{7711F9F9-29EA-4359-9D70-83C3151EA6CA}" destId="{24167797-8DFB-430A-AE1D-E3AC063138B8}" srcOrd="0" destOrd="0" presId="urn:microsoft.com/office/officeart/2018/2/layout/IconLabelList"/>
    <dgm:cxn modelId="{1BE2B770-297E-431B-819B-4BEC39C01F9B}" type="presParOf" srcId="{7711F9F9-29EA-4359-9D70-83C3151EA6CA}" destId="{35E9300C-ABCD-4FAD-A54A-D9B9136C96DE}" srcOrd="1" destOrd="0" presId="urn:microsoft.com/office/officeart/2018/2/layout/IconLabelList"/>
    <dgm:cxn modelId="{95EF92C0-DF04-4D35-BA28-A0245E8471B1}" type="presParOf" srcId="{7711F9F9-29EA-4359-9D70-83C3151EA6CA}" destId="{FB10ACC5-EDA3-49E6-A141-64454361BDCC}"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FF9144-165A-490D-8906-365CAB434A97}">
      <dsp:nvSpPr>
        <dsp:cNvPr id="0" name=""/>
        <dsp:cNvSpPr/>
      </dsp:nvSpPr>
      <dsp:spPr>
        <a:xfrm>
          <a:off x="1442999" y="225169"/>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B54E681-79D0-44C2-B244-61F1842A4CBD}">
      <dsp:nvSpPr>
        <dsp:cNvPr id="0" name=""/>
        <dsp:cNvSpPr/>
      </dsp:nvSpPr>
      <dsp:spPr>
        <a:xfrm>
          <a:off x="254999" y="2639680"/>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2222500">
            <a:lnSpc>
              <a:spcPct val="90000"/>
            </a:lnSpc>
            <a:spcBef>
              <a:spcPct val="0"/>
            </a:spcBef>
            <a:spcAft>
              <a:spcPct val="35000"/>
            </a:spcAft>
            <a:buNone/>
          </a:pPr>
          <a:r>
            <a:rPr lang="en-US" sz="5000" kern="1200"/>
            <a:t>Using power bi</a:t>
          </a:r>
        </a:p>
      </dsp:txBody>
      <dsp:txXfrm>
        <a:off x="254999" y="2639680"/>
        <a:ext cx="4320000" cy="720000"/>
      </dsp:txXfrm>
    </dsp:sp>
    <dsp:sp modelId="{24167797-8DFB-430A-AE1D-E3AC063138B8}">
      <dsp:nvSpPr>
        <dsp:cNvPr id="0" name=""/>
        <dsp:cNvSpPr/>
      </dsp:nvSpPr>
      <dsp:spPr>
        <a:xfrm>
          <a:off x="6518999" y="225169"/>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B10ACC5-EDA3-49E6-A141-64454361BDCC}">
      <dsp:nvSpPr>
        <dsp:cNvPr id="0" name=""/>
        <dsp:cNvSpPr/>
      </dsp:nvSpPr>
      <dsp:spPr>
        <a:xfrm>
          <a:off x="5330999" y="2639680"/>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2222500">
            <a:lnSpc>
              <a:spcPct val="90000"/>
            </a:lnSpc>
            <a:spcBef>
              <a:spcPct val="0"/>
            </a:spcBef>
            <a:spcAft>
              <a:spcPct val="35000"/>
            </a:spcAft>
            <a:buNone/>
          </a:pPr>
          <a:r>
            <a:rPr lang="en-US" sz="5000" kern="1200"/>
            <a:t>python</a:t>
          </a:r>
        </a:p>
      </dsp:txBody>
      <dsp:txXfrm>
        <a:off x="5330999" y="2639680"/>
        <a:ext cx="432000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ABFB6AFB-5035-4C62-A9F0-07AD196C5186}" type="datetimeFigureOut">
              <a:rPr lang="en-US" smtClean="0"/>
              <a:t>10-Sep-24</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1E631AE9-2407-49F1-A320-CD1EEEDE1F93}" type="slidenum">
              <a:rPr lang="en-US" smtClean="0"/>
              <a:t>‹#›</a:t>
            </a:fld>
            <a:endParaRPr lang="en-US"/>
          </a:p>
        </p:txBody>
      </p:sp>
    </p:spTree>
    <p:extLst>
      <p:ext uri="{BB962C8B-B14F-4D97-AF65-F5344CB8AC3E}">
        <p14:creationId xmlns:p14="http://schemas.microsoft.com/office/powerpoint/2010/main" val="1438305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FB6AFB-5035-4C62-A9F0-07AD196C5186}" type="datetimeFigureOut">
              <a:rPr lang="en-US" smtClean="0"/>
              <a:t>10-Sep-24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631AE9-2407-49F1-A320-CD1EEEDE1F93}" type="slidenum">
              <a:rPr lang="en-US" smtClean="0"/>
              <a:t>‹#›</a:t>
            </a:fld>
            <a:endParaRPr lang="en-US"/>
          </a:p>
        </p:txBody>
      </p:sp>
    </p:spTree>
    <p:extLst>
      <p:ext uri="{BB962C8B-B14F-4D97-AF65-F5344CB8AC3E}">
        <p14:creationId xmlns:p14="http://schemas.microsoft.com/office/powerpoint/2010/main" val="2837116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FB6AFB-5035-4C62-A9F0-07AD196C5186}" type="datetimeFigureOut">
              <a:rPr lang="en-US" smtClean="0"/>
              <a:t>10-Sep-24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631AE9-2407-49F1-A320-CD1EEEDE1F93}" type="slidenum">
              <a:rPr lang="en-US" smtClean="0"/>
              <a:t>‹#›</a:t>
            </a:fld>
            <a:endParaRPr lang="en-US"/>
          </a:p>
        </p:txBody>
      </p:sp>
    </p:spTree>
    <p:extLst>
      <p:ext uri="{BB962C8B-B14F-4D97-AF65-F5344CB8AC3E}">
        <p14:creationId xmlns:p14="http://schemas.microsoft.com/office/powerpoint/2010/main" val="34409382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FB6AFB-5035-4C62-A9F0-07AD196C5186}" type="datetimeFigureOut">
              <a:rPr lang="en-US" smtClean="0"/>
              <a:t>10-Sep-24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631AE9-2407-49F1-A320-CD1EEEDE1F93}" type="slidenum">
              <a:rPr lang="en-US" smtClean="0"/>
              <a:t>‹#›</a:t>
            </a:fld>
            <a:endParaRPr lang="en-US"/>
          </a:p>
        </p:txBody>
      </p:sp>
    </p:spTree>
    <p:extLst>
      <p:ext uri="{BB962C8B-B14F-4D97-AF65-F5344CB8AC3E}">
        <p14:creationId xmlns:p14="http://schemas.microsoft.com/office/powerpoint/2010/main" val="5475145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BFB6AFB-5035-4C62-A9F0-07AD196C5186}" type="datetimeFigureOut">
              <a:rPr lang="en-US" smtClean="0"/>
              <a:t>10-Sep-24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E631AE9-2407-49F1-A320-CD1EEEDE1F93}" type="slidenum">
              <a:rPr lang="en-US" smtClean="0"/>
              <a:t>‹#›</a:t>
            </a:fld>
            <a:endParaRPr lang="en-US"/>
          </a:p>
        </p:txBody>
      </p:sp>
    </p:spTree>
    <p:extLst>
      <p:ext uri="{BB962C8B-B14F-4D97-AF65-F5344CB8AC3E}">
        <p14:creationId xmlns:p14="http://schemas.microsoft.com/office/powerpoint/2010/main" val="36666160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BFB6AFB-5035-4C62-A9F0-07AD196C5186}" type="datetimeFigureOut">
              <a:rPr lang="en-US" smtClean="0"/>
              <a:t>10-Sep-24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E631AE9-2407-49F1-A320-CD1EEEDE1F93}" type="slidenum">
              <a:rPr lang="en-US" smtClean="0"/>
              <a:t>‹#›</a:t>
            </a:fld>
            <a:endParaRPr lang="en-US"/>
          </a:p>
        </p:txBody>
      </p:sp>
    </p:spTree>
    <p:extLst>
      <p:ext uri="{BB962C8B-B14F-4D97-AF65-F5344CB8AC3E}">
        <p14:creationId xmlns:p14="http://schemas.microsoft.com/office/powerpoint/2010/main" val="33433797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FB6AFB-5035-4C62-A9F0-07AD196C5186}" type="datetimeFigureOut">
              <a:rPr lang="en-US" smtClean="0"/>
              <a:t>10-Sep-24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E631AE9-2407-49F1-A320-CD1EEEDE1F93}" type="slidenum">
              <a:rPr lang="en-US" smtClean="0"/>
              <a:t>‹#›</a:t>
            </a:fld>
            <a:endParaRPr lang="en-US"/>
          </a:p>
        </p:txBody>
      </p:sp>
    </p:spTree>
    <p:extLst>
      <p:ext uri="{BB962C8B-B14F-4D97-AF65-F5344CB8AC3E}">
        <p14:creationId xmlns:p14="http://schemas.microsoft.com/office/powerpoint/2010/main" val="23889908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FB6AFB-5035-4C62-A9F0-07AD196C5186}" type="datetimeFigureOut">
              <a:rPr lang="en-US" smtClean="0"/>
              <a:t>10-Sep-24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631AE9-2407-49F1-A320-CD1EEEDE1F93}" type="slidenum">
              <a:rPr lang="en-US" smtClean="0"/>
              <a:t>‹#›</a:t>
            </a:fld>
            <a:endParaRPr lang="en-US"/>
          </a:p>
        </p:txBody>
      </p:sp>
    </p:spTree>
    <p:extLst>
      <p:ext uri="{BB962C8B-B14F-4D97-AF65-F5344CB8AC3E}">
        <p14:creationId xmlns:p14="http://schemas.microsoft.com/office/powerpoint/2010/main" val="3235219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FB6AFB-5035-4C62-A9F0-07AD196C5186}" type="datetimeFigureOut">
              <a:rPr lang="en-US" smtClean="0"/>
              <a:t>10-Sep-24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631AE9-2407-49F1-A320-CD1EEEDE1F93}" type="slidenum">
              <a:rPr lang="en-US" smtClean="0"/>
              <a:t>‹#›</a:t>
            </a:fld>
            <a:endParaRPr lang="en-US"/>
          </a:p>
        </p:txBody>
      </p:sp>
    </p:spTree>
    <p:extLst>
      <p:ext uri="{BB962C8B-B14F-4D97-AF65-F5344CB8AC3E}">
        <p14:creationId xmlns:p14="http://schemas.microsoft.com/office/powerpoint/2010/main" val="860356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FB6AFB-5035-4C62-A9F0-07AD196C5186}" type="datetimeFigureOut">
              <a:rPr lang="en-US" smtClean="0"/>
              <a:t>10-Sep-24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631AE9-2407-49F1-A320-CD1EEEDE1F93}" type="slidenum">
              <a:rPr lang="en-US" smtClean="0"/>
              <a:t>‹#›</a:t>
            </a:fld>
            <a:endParaRPr lang="en-US"/>
          </a:p>
        </p:txBody>
      </p:sp>
    </p:spTree>
    <p:extLst>
      <p:ext uri="{BB962C8B-B14F-4D97-AF65-F5344CB8AC3E}">
        <p14:creationId xmlns:p14="http://schemas.microsoft.com/office/powerpoint/2010/main" val="2962840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FB6AFB-5035-4C62-A9F0-07AD196C5186}" type="datetimeFigureOut">
              <a:rPr lang="en-US" smtClean="0"/>
              <a:t>10-Sep-24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631AE9-2407-49F1-A320-CD1EEEDE1F93}" type="slidenum">
              <a:rPr lang="en-US" smtClean="0"/>
              <a:t>‹#›</a:t>
            </a:fld>
            <a:endParaRPr lang="en-US"/>
          </a:p>
        </p:txBody>
      </p:sp>
    </p:spTree>
    <p:extLst>
      <p:ext uri="{BB962C8B-B14F-4D97-AF65-F5344CB8AC3E}">
        <p14:creationId xmlns:p14="http://schemas.microsoft.com/office/powerpoint/2010/main" val="32200242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FB6AFB-5035-4C62-A9F0-07AD196C5186}" type="datetimeFigureOut">
              <a:rPr lang="en-US" smtClean="0"/>
              <a:t>10-Sep-24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631AE9-2407-49F1-A320-CD1EEEDE1F93}"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15360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FB6AFB-5035-4C62-A9F0-07AD196C5186}" type="datetimeFigureOut">
              <a:rPr lang="en-US" smtClean="0"/>
              <a:t>10-Sep-24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631AE9-2407-49F1-A320-CD1EEEDE1F93}" type="slidenum">
              <a:rPr lang="en-US" smtClean="0"/>
              <a:t>‹#›</a:t>
            </a:fld>
            <a:endParaRPr lang="en-US"/>
          </a:p>
        </p:txBody>
      </p:sp>
    </p:spTree>
    <p:extLst>
      <p:ext uri="{BB962C8B-B14F-4D97-AF65-F5344CB8AC3E}">
        <p14:creationId xmlns:p14="http://schemas.microsoft.com/office/powerpoint/2010/main" val="40206120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BFB6AFB-5035-4C62-A9F0-07AD196C5186}" type="datetimeFigureOut">
              <a:rPr lang="en-US" smtClean="0"/>
              <a:t>10-Sep-24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E631AE9-2407-49F1-A320-CD1EEEDE1F93}" type="slidenum">
              <a:rPr lang="en-US" smtClean="0"/>
              <a:t>‹#›</a:t>
            </a:fld>
            <a:endParaRPr lang="en-US"/>
          </a:p>
        </p:txBody>
      </p:sp>
    </p:spTree>
    <p:extLst>
      <p:ext uri="{BB962C8B-B14F-4D97-AF65-F5344CB8AC3E}">
        <p14:creationId xmlns:p14="http://schemas.microsoft.com/office/powerpoint/2010/main" val="39071052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BFB6AFB-5035-4C62-A9F0-07AD196C5186}" type="datetimeFigureOut">
              <a:rPr lang="en-US" smtClean="0"/>
              <a:t>10-Sep-24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E631AE9-2407-49F1-A320-CD1EEEDE1F93}" type="slidenum">
              <a:rPr lang="en-US" smtClean="0"/>
              <a:t>‹#›</a:t>
            </a:fld>
            <a:endParaRPr lang="en-US"/>
          </a:p>
        </p:txBody>
      </p:sp>
    </p:spTree>
    <p:extLst>
      <p:ext uri="{BB962C8B-B14F-4D97-AF65-F5344CB8AC3E}">
        <p14:creationId xmlns:p14="http://schemas.microsoft.com/office/powerpoint/2010/main" val="26685865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FB6AFB-5035-4C62-A9F0-07AD196C5186}" type="datetimeFigureOut">
              <a:rPr lang="en-US" smtClean="0"/>
              <a:t>10-Sep-24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631AE9-2407-49F1-A320-CD1EEEDE1F93}" type="slidenum">
              <a:rPr lang="en-US" smtClean="0"/>
              <a:t>‹#›</a:t>
            </a:fld>
            <a:endParaRPr lang="en-US"/>
          </a:p>
        </p:txBody>
      </p:sp>
    </p:spTree>
    <p:extLst>
      <p:ext uri="{BB962C8B-B14F-4D97-AF65-F5344CB8AC3E}">
        <p14:creationId xmlns:p14="http://schemas.microsoft.com/office/powerpoint/2010/main" val="41901149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FB6AFB-5035-4C62-A9F0-07AD196C5186}" type="datetimeFigureOut">
              <a:rPr lang="en-US" smtClean="0"/>
              <a:t>10-Sep-24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631AE9-2407-49F1-A320-CD1EEEDE1F93}" type="slidenum">
              <a:rPr lang="en-US" smtClean="0"/>
              <a:t>‹#›</a:t>
            </a:fld>
            <a:endParaRPr lang="en-US"/>
          </a:p>
        </p:txBody>
      </p:sp>
    </p:spTree>
    <p:extLst>
      <p:ext uri="{BB962C8B-B14F-4D97-AF65-F5344CB8AC3E}">
        <p14:creationId xmlns:p14="http://schemas.microsoft.com/office/powerpoint/2010/main" val="2183919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duotone>
              <a:schemeClr val="bg2">
                <a:shade val="88000"/>
                <a:hueMod val="106000"/>
                <a:satMod val="140000"/>
                <a:lumMod val="54000"/>
              </a:schemeClr>
              <a:schemeClr val="bg2">
                <a:tint val="98000"/>
                <a:hueMod val="90000"/>
                <a:satMod val="150000"/>
                <a:lumMod val="160000"/>
              </a:schemeClr>
            </a:duotone>
            <a:lum/>
            <a:extLst>
              <a:ext uri="{BEBA8EAE-BF5A-486C-A8C5-ECC9F3942E4B}">
                <a14:imgProps xmlns:a14="http://schemas.microsoft.com/office/drawing/2010/main">
                  <a14:imgLayer r:embed="rId20">
                    <a14:imgEffect>
                      <a14:sharpenSoften amount="77000"/>
                    </a14:imgEffect>
                    <a14:imgEffect>
                      <a14:brightnessContrast bright="-100000" contrast="100000"/>
                    </a14:imgEffect>
                  </a14:imgLayer>
                </a14:imgProps>
              </a:ext>
            </a:extLst>
          </a:blip>
          <a:srcRect/>
          <a:stretch>
            <a:fillRect/>
          </a:stretch>
        </a:blipFill>
        <a:effectLst/>
      </p:bgPr>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21">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ABFB6AFB-5035-4C62-A9F0-07AD196C5186}" type="datetimeFigureOut">
              <a:rPr lang="en-US" smtClean="0"/>
              <a:t>10-Sep-24</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E631AE9-2407-49F1-A320-CD1EEEDE1F93}" type="slidenum">
              <a:rPr lang="en-US" smtClean="0"/>
              <a:t>‹#›</a:t>
            </a:fld>
            <a:endParaRPr lang="en-US"/>
          </a:p>
        </p:txBody>
      </p:sp>
    </p:spTree>
    <p:extLst>
      <p:ext uri="{BB962C8B-B14F-4D97-AF65-F5344CB8AC3E}">
        <p14:creationId xmlns:p14="http://schemas.microsoft.com/office/powerpoint/2010/main" val="3965647364"/>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hyperlink" Target="https://www.freepnglogos.com/pics/vodafone-png-logo"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www.freepnglogos.com/pics/vodafone-png-logo"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68ACACB-DD9E-4155-84BF-8E4D43DEC13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1" name="Rectangle 10">
              <a:extLst>
                <a:ext uri="{FF2B5EF4-FFF2-40B4-BE49-F238E27FC236}">
                  <a16:creationId xmlns:a16="http://schemas.microsoft.com/office/drawing/2014/main" id="{8A7B0AF6-6256-4262-A76E-47B08EAB92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a:extLst>
                <a:ext uri="{FF2B5EF4-FFF2-40B4-BE49-F238E27FC236}">
                  <a16:creationId xmlns:a16="http://schemas.microsoft.com/office/drawing/2014/main" id="{8034A3B1-2FBE-4771-84C6-797415E99D22}"/>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pic>
        <p:nvPicPr>
          <p:cNvPr id="5" name="Picture 4" descr="A red circle with a black background&#10;&#10;Description automatically generated">
            <a:extLst>
              <a:ext uri="{FF2B5EF4-FFF2-40B4-BE49-F238E27FC236}">
                <a16:creationId xmlns:a16="http://schemas.microsoft.com/office/drawing/2014/main" id="{EBB9C5FD-8FE6-85FF-2128-CE0CF9EDE9D1}"/>
              </a:ext>
            </a:extLst>
          </p:cNvPr>
          <p:cNvPicPr>
            <a:picLocks noChangeAspect="1"/>
          </p:cNvPicPr>
          <p:nvPr/>
        </p:nvPicPr>
        <p:blipFill>
          <a:blip r:embed="rId3">
            <a:duotone>
              <a:prstClr val="black"/>
              <a:schemeClr val="accent5">
                <a:tint val="45000"/>
                <a:satMod val="400000"/>
              </a:schemeClr>
            </a:duotone>
            <a:alphaModFix/>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10635" b="14343"/>
          <a:stretch/>
        </p:blipFill>
        <p:spPr>
          <a:xfrm>
            <a:off x="3611" y="10"/>
            <a:ext cx="12188389" cy="6857990"/>
          </a:xfrm>
          <a:prstGeom prst="rect">
            <a:avLst/>
          </a:prstGeom>
        </p:spPr>
      </p:pic>
      <p:grpSp>
        <p:nvGrpSpPr>
          <p:cNvPr id="14" name="Group 13">
            <a:extLst>
              <a:ext uri="{FF2B5EF4-FFF2-40B4-BE49-F238E27FC236}">
                <a16:creationId xmlns:a16="http://schemas.microsoft.com/office/drawing/2014/main" id="{BF3AEE19-128A-4FF8-954B-A9724F42E0D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5895" y="2235200"/>
            <a:ext cx="10982062" cy="2396067"/>
            <a:chOff x="605895" y="2235200"/>
            <a:chExt cx="10982062" cy="2396067"/>
          </a:xfrm>
        </p:grpSpPr>
        <p:sp>
          <p:nvSpPr>
            <p:cNvPr id="15" name="Round Diagonal Corner Rectangle 7">
              <a:extLst>
                <a:ext uri="{FF2B5EF4-FFF2-40B4-BE49-F238E27FC236}">
                  <a16:creationId xmlns:a16="http://schemas.microsoft.com/office/drawing/2014/main" id="{80F57FCB-2163-4EF8-B6A7-023F6B877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82333" y="2235200"/>
              <a:ext cx="7027334" cy="2396067"/>
            </a:xfrm>
            <a:prstGeom prst="round2DiagRect">
              <a:avLst>
                <a:gd name="adj1" fmla="val 9246"/>
                <a:gd name="adj2" fmla="val 0"/>
              </a:avLst>
            </a:prstGeom>
            <a:solidFill>
              <a:schemeClr val="bg1">
                <a:alpha val="80000"/>
              </a:scheme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77AB9C7F-4D09-4E13-BD9A-E5C14E37AFD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5895" y="2900097"/>
              <a:ext cx="10982062" cy="1211524"/>
              <a:chOff x="605895" y="2900097"/>
              <a:chExt cx="10982062" cy="1211524"/>
            </a:xfrm>
          </p:grpSpPr>
          <p:sp>
            <p:nvSpPr>
              <p:cNvPr id="17" name="Freeform 32">
                <a:extLst>
                  <a:ext uri="{FF2B5EF4-FFF2-40B4-BE49-F238E27FC236}">
                    <a16:creationId xmlns:a16="http://schemas.microsoft.com/office/drawing/2014/main" id="{043B40A6-216C-4409-942A-16B4141973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9653587" y="33797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18" name="Freeform 33">
                <a:extLst>
                  <a:ext uri="{FF2B5EF4-FFF2-40B4-BE49-F238E27FC236}">
                    <a16:creationId xmlns:a16="http://schemas.microsoft.com/office/drawing/2014/main" id="{6F5ED6F5-BEC7-4798-943B-12105A51781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0078244" y="33107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19" name="Freeform 34">
                <a:extLst>
                  <a:ext uri="{FF2B5EF4-FFF2-40B4-BE49-F238E27FC236}">
                    <a16:creationId xmlns:a16="http://schemas.microsoft.com/office/drawing/2014/main" id="{45C6ABB9-CB59-444A-9A14-96A037BC42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1146631" y="35742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0" name="Freeform 37">
                <a:extLst>
                  <a:ext uri="{FF2B5EF4-FFF2-40B4-BE49-F238E27FC236}">
                    <a16:creationId xmlns:a16="http://schemas.microsoft.com/office/drawing/2014/main" id="{C5F74DA3-506A-4911-BADD-B5DADFA9C5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10230644" y="30345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1" name="Freeform 35">
                <a:extLst>
                  <a:ext uri="{FF2B5EF4-FFF2-40B4-BE49-F238E27FC236}">
                    <a16:creationId xmlns:a16="http://schemas.microsoft.com/office/drawing/2014/main" id="{364BA096-7428-4C20-ABC8-CEBBC3E678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034587" y="25627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2" name="Freeform 36">
                <a:extLst>
                  <a:ext uri="{FF2B5EF4-FFF2-40B4-BE49-F238E27FC236}">
                    <a16:creationId xmlns:a16="http://schemas.microsoft.com/office/drawing/2014/main" id="{25CA3B41-F8C1-48AF-B4B0-83A0E662AAA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0747375" y="32326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3" name="Freeform 38">
                <a:extLst>
                  <a:ext uri="{FF2B5EF4-FFF2-40B4-BE49-F238E27FC236}">
                    <a16:creationId xmlns:a16="http://schemas.microsoft.com/office/drawing/2014/main" id="{A2E4BFFC-0D72-4691-AC6F-6D446092C84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1399044" y="30953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4" name="Freeform 39">
                <a:extLst>
                  <a:ext uri="{FF2B5EF4-FFF2-40B4-BE49-F238E27FC236}">
                    <a16:creationId xmlns:a16="http://schemas.microsoft.com/office/drawing/2014/main" id="{7E81AA48-AA02-4008-9B21-B1BB05042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353675" y="21531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5" name="Freeform 40">
                <a:extLst>
                  <a:ext uri="{FF2B5EF4-FFF2-40B4-BE49-F238E27FC236}">
                    <a16:creationId xmlns:a16="http://schemas.microsoft.com/office/drawing/2014/main" id="{08B8F28E-CB03-4B11-8575-F1AB3A12A3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9848850" y="33088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6" name="Rectangle 41">
                <a:extLst>
                  <a:ext uri="{FF2B5EF4-FFF2-40B4-BE49-F238E27FC236}">
                    <a16:creationId xmlns:a16="http://schemas.microsoft.com/office/drawing/2014/main" id="{6F2B917E-B873-4E35-8D18-F116784B501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5400000">
                <a:off x="9721056" y="32842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7" name="Freeform 32">
                <a:extLst>
                  <a:ext uri="{FF2B5EF4-FFF2-40B4-BE49-F238E27FC236}">
                    <a16:creationId xmlns:a16="http://schemas.microsoft.com/office/drawing/2014/main" id="{DA0EBFF7-C330-4AEE-806E-6A2D745425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2122751" y="35321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8" name="Freeform 33">
                <a:extLst>
                  <a:ext uri="{FF2B5EF4-FFF2-40B4-BE49-F238E27FC236}">
                    <a16:creationId xmlns:a16="http://schemas.microsoft.com/office/drawing/2014/main" id="{2A66CF61-D72F-4E03-B74E-4BDD67D1CA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1958445" y="34631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9" name="Freeform 34">
                <a:extLst>
                  <a:ext uri="{FF2B5EF4-FFF2-40B4-BE49-F238E27FC236}">
                    <a16:creationId xmlns:a16="http://schemas.microsoft.com/office/drawing/2014/main" id="{04DE5338-105A-4EB0-8FE2-D41DC2F9847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858308" y="37266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30" name="Freeform 37">
                <a:extLst>
                  <a:ext uri="{FF2B5EF4-FFF2-40B4-BE49-F238E27FC236}">
                    <a16:creationId xmlns:a16="http://schemas.microsoft.com/office/drawing/2014/main" id="{C9A1C85F-5B5B-47FA-8C0C-66F75C274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1658407" y="31869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31" name="Freeform 35">
                <a:extLst>
                  <a:ext uri="{FF2B5EF4-FFF2-40B4-BE49-F238E27FC236}">
                    <a16:creationId xmlns:a16="http://schemas.microsoft.com/office/drawing/2014/main" id="{75F79533-DD24-4E6A-83A1-9E21DF5651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860814" y="27151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32" name="Freeform 36">
                <a:extLst>
                  <a:ext uri="{FF2B5EF4-FFF2-40B4-BE49-F238E27FC236}">
                    <a16:creationId xmlns:a16="http://schemas.microsoft.com/office/drawing/2014/main" id="{376D6142-024F-4BD4-95B7-A6D05EF593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1289314" y="33850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33" name="Freeform 38">
                <a:extLst>
                  <a:ext uri="{FF2B5EF4-FFF2-40B4-BE49-F238E27FC236}">
                    <a16:creationId xmlns:a16="http://schemas.microsoft.com/office/drawing/2014/main" id="{CD28FD54-698D-4BAD-92FC-28970674505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605895" y="32477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34" name="Freeform 39">
                <a:extLst>
                  <a:ext uri="{FF2B5EF4-FFF2-40B4-BE49-F238E27FC236}">
                    <a16:creationId xmlns:a16="http://schemas.microsoft.com/office/drawing/2014/main" id="{47EFA16F-61E8-404C-840D-A8AE44F51F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532202" y="23055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35" name="Freeform 40">
                <a:extLst>
                  <a:ext uri="{FF2B5EF4-FFF2-40B4-BE49-F238E27FC236}">
                    <a16:creationId xmlns:a16="http://schemas.microsoft.com/office/drawing/2014/main" id="{09E4A29B-6AEB-4F87-9189-F506B278A71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2154501" y="34612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36" name="Rectangle 41">
                <a:extLst>
                  <a:ext uri="{FF2B5EF4-FFF2-40B4-BE49-F238E27FC236}">
                    <a16:creationId xmlns:a16="http://schemas.microsoft.com/office/drawing/2014/main" id="{338E5AEE-F711-46EB-9890-E720C8B8523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16200000" flipH="1">
                <a:off x="2448983" y="34366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grpSp>
      </p:grpSp>
      <p:sp>
        <p:nvSpPr>
          <p:cNvPr id="2" name="Title 1">
            <a:extLst>
              <a:ext uri="{FF2B5EF4-FFF2-40B4-BE49-F238E27FC236}">
                <a16:creationId xmlns:a16="http://schemas.microsoft.com/office/drawing/2014/main" id="{F1206802-34FD-1352-B312-73D247A59ECC}"/>
              </a:ext>
            </a:extLst>
          </p:cNvPr>
          <p:cNvSpPr>
            <a:spLocks noGrp="1"/>
          </p:cNvSpPr>
          <p:nvPr>
            <p:ph type="ctrTitle"/>
          </p:nvPr>
        </p:nvSpPr>
        <p:spPr>
          <a:xfrm>
            <a:off x="2667000" y="2328334"/>
            <a:ext cx="6858000" cy="1367896"/>
          </a:xfrm>
        </p:spPr>
        <p:txBody>
          <a:bodyPr>
            <a:normAutofit/>
          </a:bodyPr>
          <a:lstStyle/>
          <a:p>
            <a:pPr algn="ctr"/>
            <a:r>
              <a:rPr lang="en-US" dirty="0"/>
              <a:t>Demand management </a:t>
            </a:r>
            <a:endParaRPr lang="en-US"/>
          </a:p>
        </p:txBody>
      </p:sp>
      <p:sp>
        <p:nvSpPr>
          <p:cNvPr id="3" name="Subtitle 2">
            <a:extLst>
              <a:ext uri="{FF2B5EF4-FFF2-40B4-BE49-F238E27FC236}">
                <a16:creationId xmlns:a16="http://schemas.microsoft.com/office/drawing/2014/main" id="{ABB879DB-02C5-1EA5-EEB3-614F4F292FEE}"/>
              </a:ext>
            </a:extLst>
          </p:cNvPr>
          <p:cNvSpPr>
            <a:spLocks noGrp="1"/>
          </p:cNvSpPr>
          <p:nvPr>
            <p:ph type="subTitle" idx="1"/>
          </p:nvPr>
        </p:nvSpPr>
        <p:spPr>
          <a:xfrm>
            <a:off x="2667001" y="3602038"/>
            <a:ext cx="6857999" cy="953029"/>
          </a:xfrm>
        </p:spPr>
        <p:txBody>
          <a:bodyPr>
            <a:normAutofit fontScale="92500" lnSpcReduction="10000"/>
          </a:bodyPr>
          <a:lstStyle/>
          <a:p>
            <a:pPr algn="ctr">
              <a:lnSpc>
                <a:spcPct val="110000"/>
              </a:lnSpc>
            </a:pPr>
            <a:r>
              <a:rPr lang="en-US" sz="1400" dirty="0"/>
              <a:t>Vodafone case study</a:t>
            </a:r>
          </a:p>
          <a:p>
            <a:pPr algn="ctr">
              <a:lnSpc>
                <a:spcPct val="110000"/>
              </a:lnSpc>
            </a:pPr>
            <a:r>
              <a:rPr lang="en-US" sz="1400" dirty="0"/>
              <a:t>By </a:t>
            </a:r>
          </a:p>
          <a:p>
            <a:pPr algn="ctr">
              <a:lnSpc>
                <a:spcPct val="110000"/>
              </a:lnSpc>
            </a:pPr>
            <a:r>
              <a:rPr lang="en-US" sz="1400" dirty="0"/>
              <a:t>Ahmed Anwer  </a:t>
            </a:r>
          </a:p>
        </p:txBody>
      </p:sp>
    </p:spTree>
    <p:extLst>
      <p:ext uri="{BB962C8B-B14F-4D97-AF65-F5344CB8AC3E}">
        <p14:creationId xmlns:p14="http://schemas.microsoft.com/office/powerpoint/2010/main" val="10167952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46B922C-5BA7-4973-B12F-71A509E4B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96D34D8D-9EE9-4659-8C22-7551A95F96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1902285" cy="6858001"/>
            <a:chOff x="0" y="0"/>
            <a:chExt cx="11902285" cy="6858001"/>
          </a:xfrm>
        </p:grpSpPr>
        <p:grpSp>
          <p:nvGrpSpPr>
            <p:cNvPr id="12" name="Group 11">
              <a:extLst>
                <a:ext uri="{FF2B5EF4-FFF2-40B4-BE49-F238E27FC236}">
                  <a16:creationId xmlns:a16="http://schemas.microsoft.com/office/drawing/2014/main" id="{3CA93C16-1147-4EB3-B4E7-3C43102494D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24" name="Rectangle 5">
                <a:extLst>
                  <a:ext uri="{FF2B5EF4-FFF2-40B4-BE49-F238E27FC236}">
                    <a16:creationId xmlns:a16="http://schemas.microsoft.com/office/drawing/2014/main" id="{C4779968-92AF-4B85-8C27-EBBFE1D6990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25" name="Freeform 6">
                <a:extLst>
                  <a:ext uri="{FF2B5EF4-FFF2-40B4-BE49-F238E27FC236}">
                    <a16:creationId xmlns:a16="http://schemas.microsoft.com/office/drawing/2014/main" id="{2C43E18D-7024-4F17-A664-E23BFBC12B7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6" name="Freeform 7">
                <a:extLst>
                  <a:ext uri="{FF2B5EF4-FFF2-40B4-BE49-F238E27FC236}">
                    <a16:creationId xmlns:a16="http://schemas.microsoft.com/office/drawing/2014/main" id="{CA2ACEBA-081B-4B0B-AFB1-C596B834FD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7" name="Freeform 8">
                <a:extLst>
                  <a:ext uri="{FF2B5EF4-FFF2-40B4-BE49-F238E27FC236}">
                    <a16:creationId xmlns:a16="http://schemas.microsoft.com/office/drawing/2014/main" id="{2AFBB163-514B-493A-983F-8BE96848F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8" name="Freeform 9">
                <a:extLst>
                  <a:ext uri="{FF2B5EF4-FFF2-40B4-BE49-F238E27FC236}">
                    <a16:creationId xmlns:a16="http://schemas.microsoft.com/office/drawing/2014/main" id="{7720326C-7DB1-4745-9015-3FA6990855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9" name="Freeform 10">
                <a:extLst>
                  <a:ext uri="{FF2B5EF4-FFF2-40B4-BE49-F238E27FC236}">
                    <a16:creationId xmlns:a16="http://schemas.microsoft.com/office/drawing/2014/main" id="{01D5FBDC-A284-440B-8D5F-84287B0A25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0" name="Freeform 11">
                <a:extLst>
                  <a:ext uri="{FF2B5EF4-FFF2-40B4-BE49-F238E27FC236}">
                    <a16:creationId xmlns:a16="http://schemas.microsoft.com/office/drawing/2014/main" id="{517CE611-1CB0-442B-8998-98487209B0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1" name="Freeform 12">
                <a:extLst>
                  <a:ext uri="{FF2B5EF4-FFF2-40B4-BE49-F238E27FC236}">
                    <a16:creationId xmlns:a16="http://schemas.microsoft.com/office/drawing/2014/main" id="{EF0F0E46-9222-4FCF-A79E-9B4953C6F0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2" name="Freeform 13">
                <a:extLst>
                  <a:ext uri="{FF2B5EF4-FFF2-40B4-BE49-F238E27FC236}">
                    <a16:creationId xmlns:a16="http://schemas.microsoft.com/office/drawing/2014/main" id="{371A87C3-0804-4AB9-8EAD-FBFF597ED82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3" name="Freeform 14">
                <a:extLst>
                  <a:ext uri="{FF2B5EF4-FFF2-40B4-BE49-F238E27FC236}">
                    <a16:creationId xmlns:a16="http://schemas.microsoft.com/office/drawing/2014/main" id="{89F39433-8BC3-48D6-B705-F951DBDAAB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4" name="Freeform 15">
                <a:extLst>
                  <a:ext uri="{FF2B5EF4-FFF2-40B4-BE49-F238E27FC236}">
                    <a16:creationId xmlns:a16="http://schemas.microsoft.com/office/drawing/2014/main" id="{AE671C9D-E91C-4143-A422-273B2F53F6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5" name="Line 16">
                <a:extLst>
                  <a:ext uri="{FF2B5EF4-FFF2-40B4-BE49-F238E27FC236}">
                    <a16:creationId xmlns:a16="http://schemas.microsoft.com/office/drawing/2014/main" id="{83A72EA3-8833-41C6-9333-6A04C1C08DF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6" name="Freeform 17">
                <a:extLst>
                  <a:ext uri="{FF2B5EF4-FFF2-40B4-BE49-F238E27FC236}">
                    <a16:creationId xmlns:a16="http://schemas.microsoft.com/office/drawing/2014/main" id="{2C0D7AAB-DC9C-4B37-A50E-A7185DE92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7" name="Freeform 18">
                <a:extLst>
                  <a:ext uri="{FF2B5EF4-FFF2-40B4-BE49-F238E27FC236}">
                    <a16:creationId xmlns:a16="http://schemas.microsoft.com/office/drawing/2014/main" id="{6E7D9D6B-3455-4363-934B-FA2D6829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8" name="Freeform 19">
                <a:extLst>
                  <a:ext uri="{FF2B5EF4-FFF2-40B4-BE49-F238E27FC236}">
                    <a16:creationId xmlns:a16="http://schemas.microsoft.com/office/drawing/2014/main" id="{FFFFCA54-2217-4DAE-B791-4A6CA7DE0B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9" name="Freeform 20">
                <a:extLst>
                  <a:ext uri="{FF2B5EF4-FFF2-40B4-BE49-F238E27FC236}">
                    <a16:creationId xmlns:a16="http://schemas.microsoft.com/office/drawing/2014/main" id="{BAE43BA5-C104-4FBB-B1C6-C210D3CC53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0" name="Rectangle 21">
                <a:extLst>
                  <a:ext uri="{FF2B5EF4-FFF2-40B4-BE49-F238E27FC236}">
                    <a16:creationId xmlns:a16="http://schemas.microsoft.com/office/drawing/2014/main" id="{3BDB2330-DF01-460D-83FB-00C37965CD5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41" name="Freeform 22">
                <a:extLst>
                  <a:ext uri="{FF2B5EF4-FFF2-40B4-BE49-F238E27FC236}">
                    <a16:creationId xmlns:a16="http://schemas.microsoft.com/office/drawing/2014/main" id="{51261093-9B7F-4406-B2F8-0F5BE7676A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2" name="Freeform 23">
                <a:extLst>
                  <a:ext uri="{FF2B5EF4-FFF2-40B4-BE49-F238E27FC236}">
                    <a16:creationId xmlns:a16="http://schemas.microsoft.com/office/drawing/2014/main" id="{9971E195-2AB6-4CB6-9BD7-A8407B5C80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3" name="Freeform 24">
                <a:extLst>
                  <a:ext uri="{FF2B5EF4-FFF2-40B4-BE49-F238E27FC236}">
                    <a16:creationId xmlns:a16="http://schemas.microsoft.com/office/drawing/2014/main" id="{A3D843E7-8A86-4676-9C98-DECE0DFF67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4" name="Freeform 25">
                <a:extLst>
                  <a:ext uri="{FF2B5EF4-FFF2-40B4-BE49-F238E27FC236}">
                    <a16:creationId xmlns:a16="http://schemas.microsoft.com/office/drawing/2014/main" id="{FAF42817-AB3E-40FA-997F-EAC1411F46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5" name="Freeform 26">
                <a:extLst>
                  <a:ext uri="{FF2B5EF4-FFF2-40B4-BE49-F238E27FC236}">
                    <a16:creationId xmlns:a16="http://schemas.microsoft.com/office/drawing/2014/main" id="{50ED3298-A6DC-4825-93B1-68DB8CB629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6" name="Freeform 27">
                <a:extLst>
                  <a:ext uri="{FF2B5EF4-FFF2-40B4-BE49-F238E27FC236}">
                    <a16:creationId xmlns:a16="http://schemas.microsoft.com/office/drawing/2014/main" id="{2B951778-3B6B-4BB9-9D89-2ED650C820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7" name="Freeform 28">
                <a:extLst>
                  <a:ext uri="{FF2B5EF4-FFF2-40B4-BE49-F238E27FC236}">
                    <a16:creationId xmlns:a16="http://schemas.microsoft.com/office/drawing/2014/main" id="{8F3ED9A8-A83F-463A-8C2E-E83977D9A9C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8" name="Freeform 29">
                <a:extLst>
                  <a:ext uri="{FF2B5EF4-FFF2-40B4-BE49-F238E27FC236}">
                    <a16:creationId xmlns:a16="http://schemas.microsoft.com/office/drawing/2014/main" id="{9A0C113E-781D-4083-86C0-EC936092D2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9" name="Freeform 30">
                <a:extLst>
                  <a:ext uri="{FF2B5EF4-FFF2-40B4-BE49-F238E27FC236}">
                    <a16:creationId xmlns:a16="http://schemas.microsoft.com/office/drawing/2014/main" id="{B63D60EF-1E99-4D4C-BF11-AAF8ABEB86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0" name="Freeform 31">
                <a:extLst>
                  <a:ext uri="{FF2B5EF4-FFF2-40B4-BE49-F238E27FC236}">
                    <a16:creationId xmlns:a16="http://schemas.microsoft.com/office/drawing/2014/main" id="{50403E41-7079-49EA-8D0B-4F678552D9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grpSp>
          <p:nvGrpSpPr>
            <p:cNvPr id="13" name="Group 12">
              <a:extLst>
                <a:ext uri="{FF2B5EF4-FFF2-40B4-BE49-F238E27FC236}">
                  <a16:creationId xmlns:a16="http://schemas.microsoft.com/office/drawing/2014/main" id="{E3B2C458-4D37-49A0-A94E-D516E05C3CC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227597" y="0"/>
              <a:ext cx="674688" cy="6848476"/>
              <a:chOff x="11364912" y="0"/>
              <a:chExt cx="674688" cy="6848476"/>
            </a:xfrm>
            <a:gradFill flip="none" rotWithShape="1">
              <a:gsLst>
                <a:gs pos="0">
                  <a:schemeClr val="bg2"/>
                </a:gs>
                <a:gs pos="100000">
                  <a:schemeClr val="tx2">
                    <a:lumMod val="60000"/>
                    <a:lumOff val="40000"/>
                  </a:schemeClr>
                </a:gs>
              </a:gsLst>
              <a:lin ang="5400000" scaled="0"/>
              <a:tileRect/>
            </a:gradFill>
          </p:grpSpPr>
          <p:sp>
            <p:nvSpPr>
              <p:cNvPr id="14" name="Freeform 32">
                <a:extLst>
                  <a:ext uri="{FF2B5EF4-FFF2-40B4-BE49-F238E27FC236}">
                    <a16:creationId xmlns:a16="http://schemas.microsoft.com/office/drawing/2014/main" id="{C1B10016-E0C4-4526-A466-9911541D26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5" name="Freeform 33">
                <a:extLst>
                  <a:ext uri="{FF2B5EF4-FFF2-40B4-BE49-F238E27FC236}">
                    <a16:creationId xmlns:a16="http://schemas.microsoft.com/office/drawing/2014/main" id="{D574C3F0-FC2B-43A3-94B2-75D305FBF7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6" name="Freeform 34">
                <a:extLst>
                  <a:ext uri="{FF2B5EF4-FFF2-40B4-BE49-F238E27FC236}">
                    <a16:creationId xmlns:a16="http://schemas.microsoft.com/office/drawing/2014/main" id="{D92A5F66-F404-433B-BDBE-5E0DFF40D65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7" name="Freeform 35">
                <a:extLst>
                  <a:ext uri="{FF2B5EF4-FFF2-40B4-BE49-F238E27FC236}">
                    <a16:creationId xmlns:a16="http://schemas.microsoft.com/office/drawing/2014/main" id="{0A0BDF81-64CC-431D-81B1-A21938C054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8" name="Freeform 36">
                <a:extLst>
                  <a:ext uri="{FF2B5EF4-FFF2-40B4-BE49-F238E27FC236}">
                    <a16:creationId xmlns:a16="http://schemas.microsoft.com/office/drawing/2014/main" id="{42871530-50EC-42C2-879A-AE8154DADC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9" name="Freeform 37">
                <a:extLst>
                  <a:ext uri="{FF2B5EF4-FFF2-40B4-BE49-F238E27FC236}">
                    <a16:creationId xmlns:a16="http://schemas.microsoft.com/office/drawing/2014/main" id="{53AF2F2A-B148-4906-B90D-6E22239784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0" name="Freeform 38">
                <a:extLst>
                  <a:ext uri="{FF2B5EF4-FFF2-40B4-BE49-F238E27FC236}">
                    <a16:creationId xmlns:a16="http://schemas.microsoft.com/office/drawing/2014/main" id="{9A79EAA4-6F5D-4A2C-B688-CD29C2217C0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1" name="Freeform 39">
                <a:extLst>
                  <a:ext uri="{FF2B5EF4-FFF2-40B4-BE49-F238E27FC236}">
                    <a16:creationId xmlns:a16="http://schemas.microsoft.com/office/drawing/2014/main" id="{B9CE5833-22CF-4408-9338-4B7749FEA3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2" name="Freeform 40">
                <a:extLst>
                  <a:ext uri="{FF2B5EF4-FFF2-40B4-BE49-F238E27FC236}">
                    <a16:creationId xmlns:a16="http://schemas.microsoft.com/office/drawing/2014/main" id="{316A985A-7ADD-4BEE-A7B6-E5B49E1839E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3" name="Rectangle 41">
                <a:extLst>
                  <a:ext uri="{FF2B5EF4-FFF2-40B4-BE49-F238E27FC236}">
                    <a16:creationId xmlns:a16="http://schemas.microsoft.com/office/drawing/2014/main" id="{352CFA3F-5CFE-412E-9196-C966F34579D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grpSp>
      </p:grpSp>
      <p:pic>
        <p:nvPicPr>
          <p:cNvPr id="52" name="Picture 2">
            <a:extLst>
              <a:ext uri="{FF2B5EF4-FFF2-40B4-BE49-F238E27FC236}">
                <a16:creationId xmlns:a16="http://schemas.microsoft.com/office/drawing/2014/main" id="{2FB01CCF-839B-4126-9BF9-132C64D8A1A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sp>
        <p:nvSpPr>
          <p:cNvPr id="2" name="Title 1">
            <a:extLst>
              <a:ext uri="{FF2B5EF4-FFF2-40B4-BE49-F238E27FC236}">
                <a16:creationId xmlns:a16="http://schemas.microsoft.com/office/drawing/2014/main" id="{6B61E6FD-CBF0-2C23-BC64-D5D0260015FC}"/>
              </a:ext>
            </a:extLst>
          </p:cNvPr>
          <p:cNvSpPr>
            <a:spLocks noGrp="1"/>
          </p:cNvSpPr>
          <p:nvPr>
            <p:ph type="title"/>
          </p:nvPr>
        </p:nvSpPr>
        <p:spPr>
          <a:xfrm>
            <a:off x="5128643" y="618518"/>
            <a:ext cx="6188402" cy="1478570"/>
          </a:xfrm>
        </p:spPr>
        <p:txBody>
          <a:bodyPr>
            <a:normAutofit/>
          </a:bodyPr>
          <a:lstStyle/>
          <a:p>
            <a:r>
              <a:rPr lang="en-US">
                <a:solidFill>
                  <a:srgbClr val="FFFFFF"/>
                </a:solidFill>
              </a:rPr>
              <a:t>Contents </a:t>
            </a:r>
          </a:p>
        </p:txBody>
      </p:sp>
      <p:sp useBgFill="1">
        <p:nvSpPr>
          <p:cNvPr id="54" name="Round Diagonal Corner Rectangle 6">
            <a:extLst>
              <a:ext uri="{FF2B5EF4-FFF2-40B4-BE49-F238E27FC236}">
                <a16:creationId xmlns:a16="http://schemas.microsoft.com/office/drawing/2014/main" id="{F2B1468C-8227-4785-8776-7BDBDDF08F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579" y="808057"/>
            <a:ext cx="3821429" cy="5234394"/>
          </a:xfrm>
          <a:prstGeom prst="round2DiagRect">
            <a:avLst>
              <a:gd name="adj1" fmla="val 11323"/>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red circle with a black background&#10;&#10;Description automatically generated">
            <a:extLst>
              <a:ext uri="{FF2B5EF4-FFF2-40B4-BE49-F238E27FC236}">
                <a16:creationId xmlns:a16="http://schemas.microsoft.com/office/drawing/2014/main" id="{4619DF5C-7BD6-C7EC-D5EF-DF4584EE1C26}"/>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27312" t="25685" r="26344" b="26308"/>
          <a:stretch/>
        </p:blipFill>
        <p:spPr>
          <a:xfrm>
            <a:off x="1126617" y="2191508"/>
            <a:ext cx="3178638" cy="2469523"/>
          </a:xfrm>
          <a:prstGeom prst="rect">
            <a:avLst/>
          </a:prstGeom>
        </p:spPr>
      </p:pic>
      <p:sp>
        <p:nvSpPr>
          <p:cNvPr id="3" name="Content Placeholder 2">
            <a:extLst>
              <a:ext uri="{FF2B5EF4-FFF2-40B4-BE49-F238E27FC236}">
                <a16:creationId xmlns:a16="http://schemas.microsoft.com/office/drawing/2014/main" id="{75D8A6DE-0968-B60B-FD2C-A776EE59DCFF}"/>
              </a:ext>
            </a:extLst>
          </p:cNvPr>
          <p:cNvSpPr>
            <a:spLocks noGrp="1"/>
          </p:cNvSpPr>
          <p:nvPr>
            <p:ph idx="1"/>
          </p:nvPr>
        </p:nvSpPr>
        <p:spPr>
          <a:xfrm>
            <a:off x="5128643" y="2249487"/>
            <a:ext cx="6188402" cy="3541714"/>
          </a:xfrm>
        </p:spPr>
        <p:txBody>
          <a:bodyPr>
            <a:normAutofit/>
          </a:bodyPr>
          <a:lstStyle/>
          <a:p>
            <a:r>
              <a:rPr lang="en-US" dirty="0">
                <a:solidFill>
                  <a:srgbClr val="FFFFFF"/>
                </a:solidFill>
              </a:rPr>
              <a:t>Introduction</a:t>
            </a:r>
          </a:p>
          <a:p>
            <a:r>
              <a:rPr lang="en-US" dirty="0">
                <a:solidFill>
                  <a:srgbClr val="FFFFFF"/>
                </a:solidFill>
              </a:rPr>
              <a:t>Preprocessing </a:t>
            </a:r>
          </a:p>
          <a:p>
            <a:r>
              <a:rPr lang="en-US" dirty="0">
                <a:solidFill>
                  <a:srgbClr val="FFFFFF"/>
                </a:solidFill>
              </a:rPr>
              <a:t>Reshaping </a:t>
            </a:r>
          </a:p>
          <a:p>
            <a:r>
              <a:rPr lang="en-US" dirty="0">
                <a:solidFill>
                  <a:srgbClr val="FFFFFF"/>
                </a:solidFill>
              </a:rPr>
              <a:t>Analysis &amp; visualization </a:t>
            </a:r>
          </a:p>
          <a:p>
            <a:r>
              <a:rPr lang="en-US" dirty="0">
                <a:solidFill>
                  <a:srgbClr val="FFFFFF"/>
                </a:solidFill>
              </a:rPr>
              <a:t>Insights &amp; conclusion  </a:t>
            </a:r>
          </a:p>
          <a:p>
            <a:endParaRPr lang="en-US" dirty="0">
              <a:solidFill>
                <a:srgbClr val="FFFFFF"/>
              </a:solidFill>
            </a:endParaRPr>
          </a:p>
        </p:txBody>
      </p:sp>
    </p:spTree>
    <p:extLst>
      <p:ext uri="{BB962C8B-B14F-4D97-AF65-F5344CB8AC3E}">
        <p14:creationId xmlns:p14="http://schemas.microsoft.com/office/powerpoint/2010/main" val="756331779"/>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sp>
        <p:nvSpPr>
          <p:cNvPr id="2" name="Title 1">
            <a:extLst>
              <a:ext uri="{FF2B5EF4-FFF2-40B4-BE49-F238E27FC236}">
                <a16:creationId xmlns:a16="http://schemas.microsoft.com/office/drawing/2014/main" id="{19C939E7-7DB4-0C28-782D-E6401A56D8FF}"/>
              </a:ext>
            </a:extLst>
          </p:cNvPr>
          <p:cNvSpPr>
            <a:spLocks noGrp="1"/>
          </p:cNvSpPr>
          <p:nvPr>
            <p:ph type="title"/>
          </p:nvPr>
        </p:nvSpPr>
        <p:spPr>
          <a:xfrm>
            <a:off x="1019015" y="1093787"/>
            <a:ext cx="3059969" cy="4697413"/>
          </a:xfrm>
        </p:spPr>
        <p:txBody>
          <a:bodyPr>
            <a:normAutofit/>
          </a:bodyPr>
          <a:lstStyle/>
          <a:p>
            <a:r>
              <a:rPr lang="en-US" sz="3300"/>
              <a:t>Introduction </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D445179-115E-0EF7-105C-B56350495CD3}"/>
              </a:ext>
            </a:extLst>
          </p:cNvPr>
          <p:cNvSpPr>
            <a:spLocks noGrp="1"/>
          </p:cNvSpPr>
          <p:nvPr>
            <p:ph idx="1"/>
          </p:nvPr>
        </p:nvSpPr>
        <p:spPr>
          <a:xfrm>
            <a:off x="5215467" y="1093788"/>
            <a:ext cx="5831944" cy="4697413"/>
          </a:xfrm>
        </p:spPr>
        <p:txBody>
          <a:bodyPr>
            <a:normAutofit/>
          </a:bodyPr>
          <a:lstStyle/>
          <a:p>
            <a:r>
              <a:rPr lang="en-US"/>
              <a:t>The dataset represents a detailed information about employees at different location.</a:t>
            </a:r>
          </a:p>
          <a:p>
            <a:r>
              <a:rPr lang="en-US"/>
              <a:t>Data contains the contracted hours, allocated hours and the remaining hours for each employee grouped by month from the duration November 2021 to February 2023</a:t>
            </a:r>
          </a:p>
          <a:p>
            <a:r>
              <a:rPr lang="en-US"/>
              <a:t>Some locations counts the number of tasks for each employee and the type of the task </a:t>
            </a:r>
          </a:p>
        </p:txBody>
      </p:sp>
    </p:spTree>
    <p:extLst>
      <p:ext uri="{BB962C8B-B14F-4D97-AF65-F5344CB8AC3E}">
        <p14:creationId xmlns:p14="http://schemas.microsoft.com/office/powerpoint/2010/main" val="2794557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3CBA50DB-DBC7-4B6E-B3C1-8FF1EA519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54" name="Group 53">
            <a:extLst>
              <a:ext uri="{FF2B5EF4-FFF2-40B4-BE49-F238E27FC236}">
                <a16:creationId xmlns:a16="http://schemas.microsoft.com/office/drawing/2014/main" id="{1DED8FB6-AF8D-4D98-913D-E6486FEC10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1902285" cy="6858001"/>
            <a:chOff x="0" y="0"/>
            <a:chExt cx="11902285" cy="6858001"/>
          </a:xfrm>
        </p:grpSpPr>
        <p:grpSp>
          <p:nvGrpSpPr>
            <p:cNvPr id="55" name="Group 54">
              <a:extLst>
                <a:ext uri="{FF2B5EF4-FFF2-40B4-BE49-F238E27FC236}">
                  <a16:creationId xmlns:a16="http://schemas.microsoft.com/office/drawing/2014/main" id="{0A805ED2-113B-4584-8827-567B5792F1F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67" name="Rectangle 5">
                <a:extLst>
                  <a:ext uri="{FF2B5EF4-FFF2-40B4-BE49-F238E27FC236}">
                    <a16:creationId xmlns:a16="http://schemas.microsoft.com/office/drawing/2014/main" id="{C6CF21D8-CC72-4F35-A29E-3AF9E6DA130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68" name="Freeform 6">
                <a:extLst>
                  <a:ext uri="{FF2B5EF4-FFF2-40B4-BE49-F238E27FC236}">
                    <a16:creationId xmlns:a16="http://schemas.microsoft.com/office/drawing/2014/main" id="{8E60A7C3-087D-47B4-AB5A-C8B1042FD2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9" name="Freeform 7">
                <a:extLst>
                  <a:ext uri="{FF2B5EF4-FFF2-40B4-BE49-F238E27FC236}">
                    <a16:creationId xmlns:a16="http://schemas.microsoft.com/office/drawing/2014/main" id="{1885EECE-F6D9-4128-BC90-01583BF269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0" name="Freeform 8">
                <a:extLst>
                  <a:ext uri="{FF2B5EF4-FFF2-40B4-BE49-F238E27FC236}">
                    <a16:creationId xmlns:a16="http://schemas.microsoft.com/office/drawing/2014/main" id="{F44AA128-AA96-4FF2-A1C3-F9D2E7FD3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1" name="Freeform 9">
                <a:extLst>
                  <a:ext uri="{FF2B5EF4-FFF2-40B4-BE49-F238E27FC236}">
                    <a16:creationId xmlns:a16="http://schemas.microsoft.com/office/drawing/2014/main" id="{7E52DC12-230B-4892-B284-F2FE9DE16A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2" name="Freeform 10">
                <a:extLst>
                  <a:ext uri="{FF2B5EF4-FFF2-40B4-BE49-F238E27FC236}">
                    <a16:creationId xmlns:a16="http://schemas.microsoft.com/office/drawing/2014/main" id="{A68FBF9E-B81A-41D0-8A03-6CFC30811D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3" name="Freeform 11">
                <a:extLst>
                  <a:ext uri="{FF2B5EF4-FFF2-40B4-BE49-F238E27FC236}">
                    <a16:creationId xmlns:a16="http://schemas.microsoft.com/office/drawing/2014/main" id="{B0047F84-8480-494F-9241-39FF17CFF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4" name="Freeform 12">
                <a:extLst>
                  <a:ext uri="{FF2B5EF4-FFF2-40B4-BE49-F238E27FC236}">
                    <a16:creationId xmlns:a16="http://schemas.microsoft.com/office/drawing/2014/main" id="{8CAF76D8-4B95-4A8E-9EE5-8CCC0A7AD2C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5" name="Freeform 13">
                <a:extLst>
                  <a:ext uri="{FF2B5EF4-FFF2-40B4-BE49-F238E27FC236}">
                    <a16:creationId xmlns:a16="http://schemas.microsoft.com/office/drawing/2014/main" id="{792F82F3-05A8-4A55-8C5B-81F6678B59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6" name="Freeform 14">
                <a:extLst>
                  <a:ext uri="{FF2B5EF4-FFF2-40B4-BE49-F238E27FC236}">
                    <a16:creationId xmlns:a16="http://schemas.microsoft.com/office/drawing/2014/main" id="{B8472536-021A-4E59-BD59-DDC090A18A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7" name="Freeform 15">
                <a:extLst>
                  <a:ext uri="{FF2B5EF4-FFF2-40B4-BE49-F238E27FC236}">
                    <a16:creationId xmlns:a16="http://schemas.microsoft.com/office/drawing/2014/main" id="{AEBEF646-3C12-469F-B194-A161A7A95D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8" name="Line 16">
                <a:extLst>
                  <a:ext uri="{FF2B5EF4-FFF2-40B4-BE49-F238E27FC236}">
                    <a16:creationId xmlns:a16="http://schemas.microsoft.com/office/drawing/2014/main" id="{D4501159-D7AC-4307-9DFC-C8F3A94341D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79" name="Freeform 17">
                <a:extLst>
                  <a:ext uri="{FF2B5EF4-FFF2-40B4-BE49-F238E27FC236}">
                    <a16:creationId xmlns:a16="http://schemas.microsoft.com/office/drawing/2014/main" id="{B5244C41-454C-47D8-A6A9-C17EC2A36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0" name="Freeform 18">
                <a:extLst>
                  <a:ext uri="{FF2B5EF4-FFF2-40B4-BE49-F238E27FC236}">
                    <a16:creationId xmlns:a16="http://schemas.microsoft.com/office/drawing/2014/main" id="{8FA883B8-99FB-4540-B573-F0674BFB1C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1" name="Freeform 19">
                <a:extLst>
                  <a:ext uri="{FF2B5EF4-FFF2-40B4-BE49-F238E27FC236}">
                    <a16:creationId xmlns:a16="http://schemas.microsoft.com/office/drawing/2014/main" id="{F1178B7C-5A00-4E5B-9010-B1477621E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2" name="Freeform 20">
                <a:extLst>
                  <a:ext uri="{FF2B5EF4-FFF2-40B4-BE49-F238E27FC236}">
                    <a16:creationId xmlns:a16="http://schemas.microsoft.com/office/drawing/2014/main" id="{E359D5D8-EE2E-4714-A40A-C3A6D91F98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3" name="Rectangle 21">
                <a:extLst>
                  <a:ext uri="{FF2B5EF4-FFF2-40B4-BE49-F238E27FC236}">
                    <a16:creationId xmlns:a16="http://schemas.microsoft.com/office/drawing/2014/main" id="{8A89C2E5-F892-4666-85FB-995578FBC73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84" name="Freeform 22">
                <a:extLst>
                  <a:ext uri="{FF2B5EF4-FFF2-40B4-BE49-F238E27FC236}">
                    <a16:creationId xmlns:a16="http://schemas.microsoft.com/office/drawing/2014/main" id="{6DC6174B-0EC3-4A81-A0D1-D10DBB869A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5" name="Freeform 23">
                <a:extLst>
                  <a:ext uri="{FF2B5EF4-FFF2-40B4-BE49-F238E27FC236}">
                    <a16:creationId xmlns:a16="http://schemas.microsoft.com/office/drawing/2014/main" id="{2CB96070-0553-4F79-984C-8DABB1CD5D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6" name="Freeform 24">
                <a:extLst>
                  <a:ext uri="{FF2B5EF4-FFF2-40B4-BE49-F238E27FC236}">
                    <a16:creationId xmlns:a16="http://schemas.microsoft.com/office/drawing/2014/main" id="{BA23B6E2-3718-4009-B80E-9279154B19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7" name="Freeform 25">
                <a:extLst>
                  <a:ext uri="{FF2B5EF4-FFF2-40B4-BE49-F238E27FC236}">
                    <a16:creationId xmlns:a16="http://schemas.microsoft.com/office/drawing/2014/main" id="{CAFB32D5-E528-419B-80EE-1475633970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8" name="Freeform 26">
                <a:extLst>
                  <a:ext uri="{FF2B5EF4-FFF2-40B4-BE49-F238E27FC236}">
                    <a16:creationId xmlns:a16="http://schemas.microsoft.com/office/drawing/2014/main" id="{A68ADD35-4FEA-404D-B2F3-23556E6E8F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9" name="Freeform 27">
                <a:extLst>
                  <a:ext uri="{FF2B5EF4-FFF2-40B4-BE49-F238E27FC236}">
                    <a16:creationId xmlns:a16="http://schemas.microsoft.com/office/drawing/2014/main" id="{89CF17CA-49E3-4B4A-836A-4FD55C67BE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0" name="Freeform 28">
                <a:extLst>
                  <a:ext uri="{FF2B5EF4-FFF2-40B4-BE49-F238E27FC236}">
                    <a16:creationId xmlns:a16="http://schemas.microsoft.com/office/drawing/2014/main" id="{AB394F2E-F3E7-4CED-84A9-35C47AB287C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1" name="Freeform 29">
                <a:extLst>
                  <a:ext uri="{FF2B5EF4-FFF2-40B4-BE49-F238E27FC236}">
                    <a16:creationId xmlns:a16="http://schemas.microsoft.com/office/drawing/2014/main" id="{FF816C2F-3999-4A9F-8395-5D68ED33A41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2" name="Freeform 30">
                <a:extLst>
                  <a:ext uri="{FF2B5EF4-FFF2-40B4-BE49-F238E27FC236}">
                    <a16:creationId xmlns:a16="http://schemas.microsoft.com/office/drawing/2014/main" id="{82AD6AC6-71D5-4BD8-9185-D3062968B5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3" name="Freeform 31">
                <a:extLst>
                  <a:ext uri="{FF2B5EF4-FFF2-40B4-BE49-F238E27FC236}">
                    <a16:creationId xmlns:a16="http://schemas.microsoft.com/office/drawing/2014/main" id="{743A50C2-65CF-4F4C-B412-6149A93ACFE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grpSp>
          <p:nvGrpSpPr>
            <p:cNvPr id="56" name="Group 55">
              <a:extLst>
                <a:ext uri="{FF2B5EF4-FFF2-40B4-BE49-F238E27FC236}">
                  <a16:creationId xmlns:a16="http://schemas.microsoft.com/office/drawing/2014/main" id="{6C0E7A88-FEDF-4C4F-A6B4-F7DDE9DE926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227597" y="0"/>
              <a:ext cx="674688" cy="6848476"/>
              <a:chOff x="11364912" y="0"/>
              <a:chExt cx="674688" cy="6848476"/>
            </a:xfrm>
            <a:gradFill flip="none" rotWithShape="1">
              <a:gsLst>
                <a:gs pos="0">
                  <a:schemeClr val="bg2"/>
                </a:gs>
                <a:gs pos="100000">
                  <a:schemeClr val="tx2">
                    <a:lumMod val="60000"/>
                    <a:lumOff val="40000"/>
                  </a:schemeClr>
                </a:gs>
              </a:gsLst>
              <a:lin ang="5400000" scaled="0"/>
              <a:tileRect/>
            </a:gradFill>
          </p:grpSpPr>
          <p:sp>
            <p:nvSpPr>
              <p:cNvPr id="57" name="Freeform 32">
                <a:extLst>
                  <a:ext uri="{FF2B5EF4-FFF2-40B4-BE49-F238E27FC236}">
                    <a16:creationId xmlns:a16="http://schemas.microsoft.com/office/drawing/2014/main" id="{AE94B3EE-D5C0-4BDE-B6AA-7599F0486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8" name="Freeform 33">
                <a:extLst>
                  <a:ext uri="{FF2B5EF4-FFF2-40B4-BE49-F238E27FC236}">
                    <a16:creationId xmlns:a16="http://schemas.microsoft.com/office/drawing/2014/main" id="{5EF110E8-C00D-454E-8F3A-ECF2D356676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9" name="Freeform 34">
                <a:extLst>
                  <a:ext uri="{FF2B5EF4-FFF2-40B4-BE49-F238E27FC236}">
                    <a16:creationId xmlns:a16="http://schemas.microsoft.com/office/drawing/2014/main" id="{BFC5F327-6927-4F35-9AF6-C45527BB451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0" name="Freeform 35">
                <a:extLst>
                  <a:ext uri="{FF2B5EF4-FFF2-40B4-BE49-F238E27FC236}">
                    <a16:creationId xmlns:a16="http://schemas.microsoft.com/office/drawing/2014/main" id="{BF2D314D-AEDE-418D-9702-D3CDB98C3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1" name="Freeform 36">
                <a:extLst>
                  <a:ext uri="{FF2B5EF4-FFF2-40B4-BE49-F238E27FC236}">
                    <a16:creationId xmlns:a16="http://schemas.microsoft.com/office/drawing/2014/main" id="{64FD07F8-3CA6-4209-9A9E-30609FE9A3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2" name="Freeform 37">
                <a:extLst>
                  <a:ext uri="{FF2B5EF4-FFF2-40B4-BE49-F238E27FC236}">
                    <a16:creationId xmlns:a16="http://schemas.microsoft.com/office/drawing/2014/main" id="{AB0AE24D-CD49-4B57-82E0-780F62AE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3" name="Freeform 38">
                <a:extLst>
                  <a:ext uri="{FF2B5EF4-FFF2-40B4-BE49-F238E27FC236}">
                    <a16:creationId xmlns:a16="http://schemas.microsoft.com/office/drawing/2014/main" id="{66803AF8-6368-45E6-A0B7-C0C4CFFEEB5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4" name="Freeform 39">
                <a:extLst>
                  <a:ext uri="{FF2B5EF4-FFF2-40B4-BE49-F238E27FC236}">
                    <a16:creationId xmlns:a16="http://schemas.microsoft.com/office/drawing/2014/main" id="{B4761E05-2792-472B-A814-9616151CF3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5" name="Freeform 40">
                <a:extLst>
                  <a:ext uri="{FF2B5EF4-FFF2-40B4-BE49-F238E27FC236}">
                    <a16:creationId xmlns:a16="http://schemas.microsoft.com/office/drawing/2014/main" id="{40B6A261-9427-4E70-9564-048AD009BD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6" name="Rectangle 41">
                <a:extLst>
                  <a:ext uri="{FF2B5EF4-FFF2-40B4-BE49-F238E27FC236}">
                    <a16:creationId xmlns:a16="http://schemas.microsoft.com/office/drawing/2014/main" id="{68BFDFBE-2286-4123-9436-E1DF84AF494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grpSp>
      </p:grpSp>
      <p:pic>
        <p:nvPicPr>
          <p:cNvPr id="95" name="Picture 2">
            <a:extLst>
              <a:ext uri="{FF2B5EF4-FFF2-40B4-BE49-F238E27FC236}">
                <a16:creationId xmlns:a16="http://schemas.microsoft.com/office/drawing/2014/main" id="{5B3DE270-418F-47A7-B311-C4D876041D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sp>
        <p:nvSpPr>
          <p:cNvPr id="2" name="Title 1">
            <a:extLst>
              <a:ext uri="{FF2B5EF4-FFF2-40B4-BE49-F238E27FC236}">
                <a16:creationId xmlns:a16="http://schemas.microsoft.com/office/drawing/2014/main" id="{9B9422D1-3144-2F06-D4DC-CB656A9553EC}"/>
              </a:ext>
            </a:extLst>
          </p:cNvPr>
          <p:cNvSpPr>
            <a:spLocks noGrp="1"/>
          </p:cNvSpPr>
          <p:nvPr>
            <p:ph type="title"/>
          </p:nvPr>
        </p:nvSpPr>
        <p:spPr>
          <a:xfrm>
            <a:off x="8036041" y="618518"/>
            <a:ext cx="3281003" cy="1478570"/>
          </a:xfrm>
        </p:spPr>
        <p:txBody>
          <a:bodyPr anchor="b">
            <a:normAutofit/>
          </a:bodyPr>
          <a:lstStyle/>
          <a:p>
            <a:r>
              <a:rPr lang="en-US" sz="2800">
                <a:solidFill>
                  <a:srgbClr val="FFFFFF"/>
                </a:solidFill>
              </a:rPr>
              <a:t>Preprocessing</a:t>
            </a:r>
          </a:p>
        </p:txBody>
      </p:sp>
      <p:sp useBgFill="1">
        <p:nvSpPr>
          <p:cNvPr id="97" name="Round Diagonal Corner Rectangle 11">
            <a:extLst>
              <a:ext uri="{FF2B5EF4-FFF2-40B4-BE49-F238E27FC236}">
                <a16:creationId xmlns:a16="http://schemas.microsoft.com/office/drawing/2014/main" id="{A1351C6B-7343-451F-AB4A-1CE294A4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49" y="808057"/>
            <a:ext cx="6752461" cy="5234394"/>
          </a:xfrm>
          <a:prstGeom prst="round2DiagRect">
            <a:avLst>
              <a:gd name="adj1" fmla="val 741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computer&#10;&#10;Description automatically generated">
            <a:extLst>
              <a:ext uri="{FF2B5EF4-FFF2-40B4-BE49-F238E27FC236}">
                <a16:creationId xmlns:a16="http://schemas.microsoft.com/office/drawing/2014/main" id="{2916E6E7-D2F9-1A2F-C217-83FC1FBC02DB}"/>
              </a:ext>
            </a:extLst>
          </p:cNvPr>
          <p:cNvPicPr>
            <a:picLocks noChangeAspect="1"/>
          </p:cNvPicPr>
          <p:nvPr/>
        </p:nvPicPr>
        <p:blipFill>
          <a:blip r:embed="rId3">
            <a:extLst>
              <a:ext uri="{28A0092B-C50C-407E-A947-70E740481C1C}">
                <a14:useLocalDpi xmlns:a14="http://schemas.microsoft.com/office/drawing/2010/main" val="0"/>
              </a:ext>
            </a:extLst>
          </a:blip>
          <a:srcRect r="25940"/>
          <a:stretch/>
        </p:blipFill>
        <p:spPr>
          <a:xfrm>
            <a:off x="843639" y="1305282"/>
            <a:ext cx="6081152" cy="4536687"/>
          </a:xfrm>
          <a:prstGeom prst="rect">
            <a:avLst/>
          </a:prstGeom>
        </p:spPr>
      </p:pic>
      <p:sp>
        <p:nvSpPr>
          <p:cNvPr id="9" name="Content Placeholder 8">
            <a:extLst>
              <a:ext uri="{FF2B5EF4-FFF2-40B4-BE49-F238E27FC236}">
                <a16:creationId xmlns:a16="http://schemas.microsoft.com/office/drawing/2014/main" id="{473F643F-82FF-668A-EEA1-1CBD99F0BED8}"/>
              </a:ext>
            </a:extLst>
          </p:cNvPr>
          <p:cNvSpPr>
            <a:spLocks noGrp="1"/>
          </p:cNvSpPr>
          <p:nvPr>
            <p:ph idx="1"/>
          </p:nvPr>
        </p:nvSpPr>
        <p:spPr>
          <a:xfrm>
            <a:off x="8036041" y="2249487"/>
            <a:ext cx="3281004" cy="3541714"/>
          </a:xfrm>
        </p:spPr>
        <p:txBody>
          <a:bodyPr>
            <a:normAutofit/>
          </a:bodyPr>
          <a:lstStyle/>
          <a:p>
            <a:r>
              <a:rPr lang="en-US" sz="1800" dirty="0">
                <a:solidFill>
                  <a:srgbClr val="FFFFFF"/>
                </a:solidFill>
              </a:rPr>
              <a:t>Read every sheet individually</a:t>
            </a:r>
          </a:p>
          <a:p>
            <a:r>
              <a:rPr lang="en-US" sz="1800" dirty="0">
                <a:solidFill>
                  <a:srgbClr val="FFFFFF"/>
                </a:solidFill>
              </a:rPr>
              <a:t> removing empty rows </a:t>
            </a:r>
          </a:p>
        </p:txBody>
      </p:sp>
    </p:spTree>
    <p:extLst>
      <p:ext uri="{BB962C8B-B14F-4D97-AF65-F5344CB8AC3E}">
        <p14:creationId xmlns:p14="http://schemas.microsoft.com/office/powerpoint/2010/main" val="2168464191"/>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2C4B1-0B2D-58AD-D690-DC404D079F2D}"/>
              </a:ext>
            </a:extLst>
          </p:cNvPr>
          <p:cNvSpPr>
            <a:spLocks noGrp="1"/>
          </p:cNvSpPr>
          <p:nvPr>
            <p:ph type="title"/>
          </p:nvPr>
        </p:nvSpPr>
        <p:spPr>
          <a:xfrm>
            <a:off x="709334" y="106052"/>
            <a:ext cx="9905998" cy="1478570"/>
          </a:xfrm>
        </p:spPr>
        <p:txBody>
          <a:bodyPr/>
          <a:lstStyle/>
          <a:p>
            <a:r>
              <a:rPr lang="en-US">
                <a:solidFill>
                  <a:srgbClr val="FFFFFF"/>
                </a:solidFill>
              </a:rPr>
              <a:t>Reshaping</a:t>
            </a:r>
            <a:endParaRPr lang="en-US" dirty="0"/>
          </a:p>
        </p:txBody>
      </p:sp>
      <p:sp>
        <p:nvSpPr>
          <p:cNvPr id="3" name="Content Placeholder 2">
            <a:extLst>
              <a:ext uri="{FF2B5EF4-FFF2-40B4-BE49-F238E27FC236}">
                <a16:creationId xmlns:a16="http://schemas.microsoft.com/office/drawing/2014/main" id="{E3DE3668-C022-F86F-025B-2A88E752B4C3}"/>
              </a:ext>
            </a:extLst>
          </p:cNvPr>
          <p:cNvSpPr>
            <a:spLocks noGrp="1"/>
          </p:cNvSpPr>
          <p:nvPr>
            <p:ph idx="1"/>
          </p:nvPr>
        </p:nvSpPr>
        <p:spPr>
          <a:xfrm>
            <a:off x="448075" y="1415474"/>
            <a:ext cx="2295125" cy="3541714"/>
          </a:xfrm>
        </p:spPr>
        <p:txBody>
          <a:bodyPr/>
          <a:lstStyle/>
          <a:p>
            <a:r>
              <a:rPr lang="en-US" dirty="0"/>
              <a:t>Data before reshaping was too messy </a:t>
            </a:r>
          </a:p>
        </p:txBody>
      </p:sp>
      <p:pic>
        <p:nvPicPr>
          <p:cNvPr id="5" name="Picture 4" descr="A screenshot of a spreadsheet&#10;&#10;Description automatically generated">
            <a:extLst>
              <a:ext uri="{FF2B5EF4-FFF2-40B4-BE49-F238E27FC236}">
                <a16:creationId xmlns:a16="http://schemas.microsoft.com/office/drawing/2014/main" id="{53418552-83C1-E25A-FA6C-84938327C6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3200" y="1584622"/>
            <a:ext cx="9090674" cy="427485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7863855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5" name="Picture 2">
            <a:extLst>
              <a:ext uri="{FF2B5EF4-FFF2-40B4-BE49-F238E27FC236}">
                <a16:creationId xmlns:a16="http://schemas.microsoft.com/office/drawing/2014/main" id="{678E285C-BE9E-45B7-A3EE-B9792DAE991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nvGrpSpPr>
          <p:cNvPr id="12" name="Group 11">
            <a:extLst>
              <a:ext uri="{FF2B5EF4-FFF2-40B4-BE49-F238E27FC236}">
                <a16:creationId xmlns:a16="http://schemas.microsoft.com/office/drawing/2014/main" id="{AB86F577-8905-4B21-8AF3-C1BB343377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3" name="Rectangle 5">
              <a:extLst>
                <a:ext uri="{FF2B5EF4-FFF2-40B4-BE49-F238E27FC236}">
                  <a16:creationId xmlns:a16="http://schemas.microsoft.com/office/drawing/2014/main" id="{D2F1CFF3-A579-4D24-B5F9-1C71BA6FE5E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127" name="Freeform 6">
              <a:extLst>
                <a:ext uri="{FF2B5EF4-FFF2-40B4-BE49-F238E27FC236}">
                  <a16:creationId xmlns:a16="http://schemas.microsoft.com/office/drawing/2014/main" id="{57601B50-7EB1-43FA-8360-4297BCD763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29" name="Freeform 7">
              <a:extLst>
                <a:ext uri="{FF2B5EF4-FFF2-40B4-BE49-F238E27FC236}">
                  <a16:creationId xmlns:a16="http://schemas.microsoft.com/office/drawing/2014/main" id="{60BD8B7A-CD01-4638-A2C9-299AC68B9B9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30" name="Rectangle 8">
              <a:extLst>
                <a:ext uri="{FF2B5EF4-FFF2-40B4-BE49-F238E27FC236}">
                  <a16:creationId xmlns:a16="http://schemas.microsoft.com/office/drawing/2014/main" id="{095B58F9-6C29-48BE-9DA6-38550805212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131" name="Freeform 9">
              <a:extLst>
                <a:ext uri="{FF2B5EF4-FFF2-40B4-BE49-F238E27FC236}">
                  <a16:creationId xmlns:a16="http://schemas.microsoft.com/office/drawing/2014/main" id="{0C84674F-2E8A-4B70-B801-00722CDD581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32" name="Freeform 10">
              <a:extLst>
                <a:ext uri="{FF2B5EF4-FFF2-40B4-BE49-F238E27FC236}">
                  <a16:creationId xmlns:a16="http://schemas.microsoft.com/office/drawing/2014/main" id="{34F320BB-D6A9-45FE-8556-498B763B1E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33" name="Freeform 11">
              <a:extLst>
                <a:ext uri="{FF2B5EF4-FFF2-40B4-BE49-F238E27FC236}">
                  <a16:creationId xmlns:a16="http://schemas.microsoft.com/office/drawing/2014/main" id="{5493D54A-532A-46ED-AF63-A0A54818EF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34" name="Freeform 12">
              <a:extLst>
                <a:ext uri="{FF2B5EF4-FFF2-40B4-BE49-F238E27FC236}">
                  <a16:creationId xmlns:a16="http://schemas.microsoft.com/office/drawing/2014/main" id="{EAF2EDFA-9C0B-44E2-B4BB-312B58BCA8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35" name="Freeform 13">
              <a:extLst>
                <a:ext uri="{FF2B5EF4-FFF2-40B4-BE49-F238E27FC236}">
                  <a16:creationId xmlns:a16="http://schemas.microsoft.com/office/drawing/2014/main" id="{A3641113-CE35-42A4-B605-41BC06BF4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36" name="Freeform 14">
              <a:extLst>
                <a:ext uri="{FF2B5EF4-FFF2-40B4-BE49-F238E27FC236}">
                  <a16:creationId xmlns:a16="http://schemas.microsoft.com/office/drawing/2014/main" id="{DA2E5B2C-BAC4-4440-9B7E-F38783197A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37" name="Freeform 15">
              <a:extLst>
                <a:ext uri="{FF2B5EF4-FFF2-40B4-BE49-F238E27FC236}">
                  <a16:creationId xmlns:a16="http://schemas.microsoft.com/office/drawing/2014/main" id="{D8A506DF-2E53-42C9-94BE-B98E32E0578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38" name="Freeform 16">
              <a:extLst>
                <a:ext uri="{FF2B5EF4-FFF2-40B4-BE49-F238E27FC236}">
                  <a16:creationId xmlns:a16="http://schemas.microsoft.com/office/drawing/2014/main" id="{12934FF8-5F70-40BF-BBB6-5EB941FB9BD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39" name="Freeform 17">
              <a:extLst>
                <a:ext uri="{FF2B5EF4-FFF2-40B4-BE49-F238E27FC236}">
                  <a16:creationId xmlns:a16="http://schemas.microsoft.com/office/drawing/2014/main" id="{8EB3FB08-D01D-4E24-BE40-C16269DF62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40" name="Freeform 18">
              <a:extLst>
                <a:ext uri="{FF2B5EF4-FFF2-40B4-BE49-F238E27FC236}">
                  <a16:creationId xmlns:a16="http://schemas.microsoft.com/office/drawing/2014/main" id="{D24E50D7-2753-4169-AD51-C106DA1B7A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41" name="Freeform 19">
              <a:extLst>
                <a:ext uri="{FF2B5EF4-FFF2-40B4-BE49-F238E27FC236}">
                  <a16:creationId xmlns:a16="http://schemas.microsoft.com/office/drawing/2014/main" id="{DF94B7E0-D9B6-4096-94D0-18D3AC0EF6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42" name="Freeform 20">
              <a:extLst>
                <a:ext uri="{FF2B5EF4-FFF2-40B4-BE49-F238E27FC236}">
                  <a16:creationId xmlns:a16="http://schemas.microsoft.com/office/drawing/2014/main" id="{EBC05ADE-BBA2-4387-B005-3196E2E1982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43" name="Freeform 21">
              <a:extLst>
                <a:ext uri="{FF2B5EF4-FFF2-40B4-BE49-F238E27FC236}">
                  <a16:creationId xmlns:a16="http://schemas.microsoft.com/office/drawing/2014/main" id="{BBED1CEE-14D2-442F-AB08-401ABE3EFB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44" name="Freeform 22">
              <a:extLst>
                <a:ext uri="{FF2B5EF4-FFF2-40B4-BE49-F238E27FC236}">
                  <a16:creationId xmlns:a16="http://schemas.microsoft.com/office/drawing/2014/main" id="{4F6574C0-78E8-49EA-84BC-EE9D55707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45" name="Freeform 23">
              <a:extLst>
                <a:ext uri="{FF2B5EF4-FFF2-40B4-BE49-F238E27FC236}">
                  <a16:creationId xmlns:a16="http://schemas.microsoft.com/office/drawing/2014/main" id="{65BCDB0B-615E-4CA1-AFD5-6B121CB7CE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46" name="Freeform 24">
              <a:extLst>
                <a:ext uri="{FF2B5EF4-FFF2-40B4-BE49-F238E27FC236}">
                  <a16:creationId xmlns:a16="http://schemas.microsoft.com/office/drawing/2014/main" id="{40627863-B7FC-44D1-9E53-E728FFF675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47" name="Freeform 25">
              <a:extLst>
                <a:ext uri="{FF2B5EF4-FFF2-40B4-BE49-F238E27FC236}">
                  <a16:creationId xmlns:a16="http://schemas.microsoft.com/office/drawing/2014/main" id="{52FD6F8C-3AF1-487E-91F4-6E55146F1F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48" name="Freeform 26">
              <a:extLst>
                <a:ext uri="{FF2B5EF4-FFF2-40B4-BE49-F238E27FC236}">
                  <a16:creationId xmlns:a16="http://schemas.microsoft.com/office/drawing/2014/main" id="{50323CF3-93CB-4E03-95C0-B180BB87A8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49" name="Freeform 27">
              <a:extLst>
                <a:ext uri="{FF2B5EF4-FFF2-40B4-BE49-F238E27FC236}">
                  <a16:creationId xmlns:a16="http://schemas.microsoft.com/office/drawing/2014/main" id="{EB47D82F-CF1B-47E6-9FA2-F3A9C5F94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50" name="Freeform 28">
              <a:extLst>
                <a:ext uri="{FF2B5EF4-FFF2-40B4-BE49-F238E27FC236}">
                  <a16:creationId xmlns:a16="http://schemas.microsoft.com/office/drawing/2014/main" id="{0606708F-F2D4-4678-8ED2-39041BC64D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51" name="Freeform 29">
              <a:extLst>
                <a:ext uri="{FF2B5EF4-FFF2-40B4-BE49-F238E27FC236}">
                  <a16:creationId xmlns:a16="http://schemas.microsoft.com/office/drawing/2014/main" id="{D7EB95B4-15E4-433D-B36F-21FF341AD9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52" name="Freeform 30">
              <a:extLst>
                <a:ext uri="{FF2B5EF4-FFF2-40B4-BE49-F238E27FC236}">
                  <a16:creationId xmlns:a16="http://schemas.microsoft.com/office/drawing/2014/main" id="{500A541B-4C75-497C-A489-097ED29964F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53" name="Freeform 31">
              <a:extLst>
                <a:ext uri="{FF2B5EF4-FFF2-40B4-BE49-F238E27FC236}">
                  <a16:creationId xmlns:a16="http://schemas.microsoft.com/office/drawing/2014/main" id="{5789326F-12A4-48B8-B0ED-A6A2AE0C27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54" name="Freeform 32">
              <a:extLst>
                <a:ext uri="{FF2B5EF4-FFF2-40B4-BE49-F238E27FC236}">
                  <a16:creationId xmlns:a16="http://schemas.microsoft.com/office/drawing/2014/main" id="{25FA672E-2B65-477F-AA75-6261CE652F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55" name="Rectangle 33">
              <a:extLst>
                <a:ext uri="{FF2B5EF4-FFF2-40B4-BE49-F238E27FC236}">
                  <a16:creationId xmlns:a16="http://schemas.microsoft.com/office/drawing/2014/main" id="{BB09AF8D-E68B-499C-B9F5-2F365813D3C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156" name="Freeform 34">
              <a:extLst>
                <a:ext uri="{FF2B5EF4-FFF2-40B4-BE49-F238E27FC236}">
                  <a16:creationId xmlns:a16="http://schemas.microsoft.com/office/drawing/2014/main" id="{7991AEAD-B5F3-47BA-9F1B-86C16A84AD3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57" name="Freeform 35">
              <a:extLst>
                <a:ext uri="{FF2B5EF4-FFF2-40B4-BE49-F238E27FC236}">
                  <a16:creationId xmlns:a16="http://schemas.microsoft.com/office/drawing/2014/main" id="{19A85F58-4C3A-4388-B55C-2329EEAECF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58" name="Freeform 36">
              <a:extLst>
                <a:ext uri="{FF2B5EF4-FFF2-40B4-BE49-F238E27FC236}">
                  <a16:creationId xmlns:a16="http://schemas.microsoft.com/office/drawing/2014/main" id="{05652F38-94D9-41B7-A699-7E8F0C78D8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59" name="Freeform 37">
              <a:extLst>
                <a:ext uri="{FF2B5EF4-FFF2-40B4-BE49-F238E27FC236}">
                  <a16:creationId xmlns:a16="http://schemas.microsoft.com/office/drawing/2014/main" id="{3C043852-C250-4518-BB89-C91A349171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60" name="Freeform 38">
              <a:extLst>
                <a:ext uri="{FF2B5EF4-FFF2-40B4-BE49-F238E27FC236}">
                  <a16:creationId xmlns:a16="http://schemas.microsoft.com/office/drawing/2014/main" id="{0CAB9A07-ECF2-416C-8528-F75DACB138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61" name="Freeform 39">
              <a:extLst>
                <a:ext uri="{FF2B5EF4-FFF2-40B4-BE49-F238E27FC236}">
                  <a16:creationId xmlns:a16="http://schemas.microsoft.com/office/drawing/2014/main" id="{904A314C-A829-4AA6-92E2-529BCCF95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62" name="Freeform 40">
              <a:extLst>
                <a:ext uri="{FF2B5EF4-FFF2-40B4-BE49-F238E27FC236}">
                  <a16:creationId xmlns:a16="http://schemas.microsoft.com/office/drawing/2014/main" id="{244EE6BA-4569-43ED-9E2E-1FB66201B7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63" name="Freeform 41">
              <a:extLst>
                <a:ext uri="{FF2B5EF4-FFF2-40B4-BE49-F238E27FC236}">
                  <a16:creationId xmlns:a16="http://schemas.microsoft.com/office/drawing/2014/main" id="{BEB8252E-FB2A-4BB5-BEC6-CA10FF6F7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64" name="Freeform 42">
              <a:extLst>
                <a:ext uri="{FF2B5EF4-FFF2-40B4-BE49-F238E27FC236}">
                  <a16:creationId xmlns:a16="http://schemas.microsoft.com/office/drawing/2014/main" id="{91414711-C3A4-4E96-854A-DDDEB2F2E3E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65" name="Freeform 43">
              <a:extLst>
                <a:ext uri="{FF2B5EF4-FFF2-40B4-BE49-F238E27FC236}">
                  <a16:creationId xmlns:a16="http://schemas.microsoft.com/office/drawing/2014/main" id="{86815BA8-3055-4B42-98C3-4202FD92E0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66" name="Freeform 44">
              <a:extLst>
                <a:ext uri="{FF2B5EF4-FFF2-40B4-BE49-F238E27FC236}">
                  <a16:creationId xmlns:a16="http://schemas.microsoft.com/office/drawing/2014/main" id="{44457813-E991-44AE-9A83-B7488D1F362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67" name="Rectangle 45">
              <a:extLst>
                <a:ext uri="{FF2B5EF4-FFF2-40B4-BE49-F238E27FC236}">
                  <a16:creationId xmlns:a16="http://schemas.microsoft.com/office/drawing/2014/main" id="{8CE1CF47-A73F-4560-8835-AE1DC51E5C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168" name="Freeform 46">
              <a:extLst>
                <a:ext uri="{FF2B5EF4-FFF2-40B4-BE49-F238E27FC236}">
                  <a16:creationId xmlns:a16="http://schemas.microsoft.com/office/drawing/2014/main" id="{C2A935E4-AACC-4CB9-995E-D286178873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69" name="Freeform 47">
              <a:extLst>
                <a:ext uri="{FF2B5EF4-FFF2-40B4-BE49-F238E27FC236}">
                  <a16:creationId xmlns:a16="http://schemas.microsoft.com/office/drawing/2014/main" id="{93B5B778-8ACB-4004-932D-BD95997BAEF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70" name="Freeform 48">
              <a:extLst>
                <a:ext uri="{FF2B5EF4-FFF2-40B4-BE49-F238E27FC236}">
                  <a16:creationId xmlns:a16="http://schemas.microsoft.com/office/drawing/2014/main" id="{1434AF34-0919-40AD-84B1-446D4FF2D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71" name="Freeform 49">
              <a:extLst>
                <a:ext uri="{FF2B5EF4-FFF2-40B4-BE49-F238E27FC236}">
                  <a16:creationId xmlns:a16="http://schemas.microsoft.com/office/drawing/2014/main" id="{29546CF3-6DDD-4073-AB7F-C6E722257A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72" name="Freeform 50">
              <a:extLst>
                <a:ext uri="{FF2B5EF4-FFF2-40B4-BE49-F238E27FC236}">
                  <a16:creationId xmlns:a16="http://schemas.microsoft.com/office/drawing/2014/main" id="{289D46AB-128A-477F-B6C9-F40F115D6C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73" name="Freeform 51">
              <a:extLst>
                <a:ext uri="{FF2B5EF4-FFF2-40B4-BE49-F238E27FC236}">
                  <a16:creationId xmlns:a16="http://schemas.microsoft.com/office/drawing/2014/main" id="{A7DA7E67-3368-44AD-AACD-EB64AE3487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74" name="Freeform 52">
              <a:extLst>
                <a:ext uri="{FF2B5EF4-FFF2-40B4-BE49-F238E27FC236}">
                  <a16:creationId xmlns:a16="http://schemas.microsoft.com/office/drawing/2014/main" id="{78BB1152-AB85-4AD8-BBA1-07CEA1F508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75" name="Freeform 53">
              <a:extLst>
                <a:ext uri="{FF2B5EF4-FFF2-40B4-BE49-F238E27FC236}">
                  <a16:creationId xmlns:a16="http://schemas.microsoft.com/office/drawing/2014/main" id="{A982E7F2-DD68-4093-B9C5-3E42B475AB4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76" name="Freeform 54">
              <a:extLst>
                <a:ext uri="{FF2B5EF4-FFF2-40B4-BE49-F238E27FC236}">
                  <a16:creationId xmlns:a16="http://schemas.microsoft.com/office/drawing/2014/main" id="{A682E224-4CD6-420B-897A-B23D50B82ED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77" name="Freeform 55">
              <a:extLst>
                <a:ext uri="{FF2B5EF4-FFF2-40B4-BE49-F238E27FC236}">
                  <a16:creationId xmlns:a16="http://schemas.microsoft.com/office/drawing/2014/main" id="{31B90F10-06CD-480E-8D35-6E0FFFB894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78" name="Freeform 56">
              <a:extLst>
                <a:ext uri="{FF2B5EF4-FFF2-40B4-BE49-F238E27FC236}">
                  <a16:creationId xmlns:a16="http://schemas.microsoft.com/office/drawing/2014/main" id="{7BC977DB-69B0-4D8D-B77C-E1127EC417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79" name="Freeform 57">
              <a:extLst>
                <a:ext uri="{FF2B5EF4-FFF2-40B4-BE49-F238E27FC236}">
                  <a16:creationId xmlns:a16="http://schemas.microsoft.com/office/drawing/2014/main" id="{24127454-3FCB-41D6-ACFB-81D7E05A79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80" name="Freeform 58">
              <a:extLst>
                <a:ext uri="{FF2B5EF4-FFF2-40B4-BE49-F238E27FC236}">
                  <a16:creationId xmlns:a16="http://schemas.microsoft.com/office/drawing/2014/main" id="{7AA80D42-B8A8-475B-ADBF-99719CE9FE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sp>
        <p:nvSpPr>
          <p:cNvPr id="181" name="Rectangle 180">
            <a:extLst>
              <a:ext uri="{FF2B5EF4-FFF2-40B4-BE49-F238E27FC236}">
                <a16:creationId xmlns:a16="http://schemas.microsoft.com/office/drawing/2014/main" id="{D706AE2E-B17B-43A3-84F8-9C0FE9466C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2192003"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70" name="Group 69">
            <a:extLst>
              <a:ext uri="{FF2B5EF4-FFF2-40B4-BE49-F238E27FC236}">
                <a16:creationId xmlns:a16="http://schemas.microsoft.com/office/drawing/2014/main" id="{CEFFB8CF-3E94-42D7-849C-841E7744B2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bg2"/>
              </a:gs>
              <a:gs pos="100000">
                <a:schemeClr val="tx2">
                  <a:lumMod val="60000"/>
                  <a:lumOff val="40000"/>
                </a:schemeClr>
              </a:gs>
            </a:gsLst>
            <a:lin ang="5400000" scaled="0"/>
            <a:tileRect/>
          </a:gradFill>
        </p:grpSpPr>
        <p:sp>
          <p:nvSpPr>
            <p:cNvPr id="71" name="Rectangle 5">
              <a:extLst>
                <a:ext uri="{FF2B5EF4-FFF2-40B4-BE49-F238E27FC236}">
                  <a16:creationId xmlns:a16="http://schemas.microsoft.com/office/drawing/2014/main" id="{C274DE9A-4502-4454-911E-B7FE9ED6DE3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72" name="Freeform 6">
              <a:extLst>
                <a:ext uri="{FF2B5EF4-FFF2-40B4-BE49-F238E27FC236}">
                  <a16:creationId xmlns:a16="http://schemas.microsoft.com/office/drawing/2014/main" id="{76AFCF59-7BED-416B-ACD9-EA099C9B29A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3" name="Freeform 7">
              <a:extLst>
                <a:ext uri="{FF2B5EF4-FFF2-40B4-BE49-F238E27FC236}">
                  <a16:creationId xmlns:a16="http://schemas.microsoft.com/office/drawing/2014/main" id="{8EEECEBC-B149-42E5-8164-EE5456F0624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4" name="Rectangle 8">
              <a:extLst>
                <a:ext uri="{FF2B5EF4-FFF2-40B4-BE49-F238E27FC236}">
                  <a16:creationId xmlns:a16="http://schemas.microsoft.com/office/drawing/2014/main" id="{03B49256-D2D8-436B-8F29-0C7E53366F1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75" name="Freeform 9">
              <a:extLst>
                <a:ext uri="{FF2B5EF4-FFF2-40B4-BE49-F238E27FC236}">
                  <a16:creationId xmlns:a16="http://schemas.microsoft.com/office/drawing/2014/main" id="{4045E56F-B537-408E-B346-B9B15C39A5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6" name="Freeform 10">
              <a:extLst>
                <a:ext uri="{FF2B5EF4-FFF2-40B4-BE49-F238E27FC236}">
                  <a16:creationId xmlns:a16="http://schemas.microsoft.com/office/drawing/2014/main" id="{904BDB2F-0893-4AD7-A871-C808C9651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7" name="Freeform 11">
              <a:extLst>
                <a:ext uri="{FF2B5EF4-FFF2-40B4-BE49-F238E27FC236}">
                  <a16:creationId xmlns:a16="http://schemas.microsoft.com/office/drawing/2014/main" id="{512D8C6F-C154-4928-9891-DDCF50DA63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8" name="Freeform 12">
              <a:extLst>
                <a:ext uri="{FF2B5EF4-FFF2-40B4-BE49-F238E27FC236}">
                  <a16:creationId xmlns:a16="http://schemas.microsoft.com/office/drawing/2014/main" id="{7E2BBA63-D694-4AD5-976F-4F1CDB204A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9" name="Freeform 13">
              <a:extLst>
                <a:ext uri="{FF2B5EF4-FFF2-40B4-BE49-F238E27FC236}">
                  <a16:creationId xmlns:a16="http://schemas.microsoft.com/office/drawing/2014/main" id="{394F9847-4F95-42E8-AE7E-8DD8A0E27F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0" name="Freeform 14">
              <a:extLst>
                <a:ext uri="{FF2B5EF4-FFF2-40B4-BE49-F238E27FC236}">
                  <a16:creationId xmlns:a16="http://schemas.microsoft.com/office/drawing/2014/main" id="{48CE4CA3-085D-44AC-996B-9F347B7BC1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1" name="Freeform 15">
              <a:extLst>
                <a:ext uri="{FF2B5EF4-FFF2-40B4-BE49-F238E27FC236}">
                  <a16:creationId xmlns:a16="http://schemas.microsoft.com/office/drawing/2014/main" id="{0D7459AE-7E00-4707-B574-1D3636BB46E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2" name="Freeform 16">
              <a:extLst>
                <a:ext uri="{FF2B5EF4-FFF2-40B4-BE49-F238E27FC236}">
                  <a16:creationId xmlns:a16="http://schemas.microsoft.com/office/drawing/2014/main" id="{EF95E020-0C4A-4BD5-84BE-6DF8B8BCAB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3" name="Freeform 17">
              <a:extLst>
                <a:ext uri="{FF2B5EF4-FFF2-40B4-BE49-F238E27FC236}">
                  <a16:creationId xmlns:a16="http://schemas.microsoft.com/office/drawing/2014/main" id="{18CC4862-B9BB-4E63-9630-AA5241E68A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4" name="Freeform 18">
              <a:extLst>
                <a:ext uri="{FF2B5EF4-FFF2-40B4-BE49-F238E27FC236}">
                  <a16:creationId xmlns:a16="http://schemas.microsoft.com/office/drawing/2014/main" id="{156A0508-DDAB-4BFB-824D-CA9D3D8333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5" name="Freeform 19">
              <a:extLst>
                <a:ext uri="{FF2B5EF4-FFF2-40B4-BE49-F238E27FC236}">
                  <a16:creationId xmlns:a16="http://schemas.microsoft.com/office/drawing/2014/main" id="{E3B0103B-60DE-4385-B84E-53694FB9A2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6" name="Freeform 20">
              <a:extLst>
                <a:ext uri="{FF2B5EF4-FFF2-40B4-BE49-F238E27FC236}">
                  <a16:creationId xmlns:a16="http://schemas.microsoft.com/office/drawing/2014/main" id="{C8C1C0D4-C36E-4251-A97F-436AFA37974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7" name="Freeform 21">
              <a:extLst>
                <a:ext uri="{FF2B5EF4-FFF2-40B4-BE49-F238E27FC236}">
                  <a16:creationId xmlns:a16="http://schemas.microsoft.com/office/drawing/2014/main" id="{550D7341-7849-4B72-A2D7-68B7161D43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8" name="Freeform 22">
              <a:extLst>
                <a:ext uri="{FF2B5EF4-FFF2-40B4-BE49-F238E27FC236}">
                  <a16:creationId xmlns:a16="http://schemas.microsoft.com/office/drawing/2014/main" id="{C9E742C7-3FF2-4931-B087-46AAA6C33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9" name="Freeform 23">
              <a:extLst>
                <a:ext uri="{FF2B5EF4-FFF2-40B4-BE49-F238E27FC236}">
                  <a16:creationId xmlns:a16="http://schemas.microsoft.com/office/drawing/2014/main" id="{424AF1DB-9264-4B94-9F0D-EF37F12D470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0" name="Freeform 24">
              <a:extLst>
                <a:ext uri="{FF2B5EF4-FFF2-40B4-BE49-F238E27FC236}">
                  <a16:creationId xmlns:a16="http://schemas.microsoft.com/office/drawing/2014/main" id="{766E43D2-CF93-4468-9B12-FFB234513DD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1" name="Freeform 25">
              <a:extLst>
                <a:ext uri="{FF2B5EF4-FFF2-40B4-BE49-F238E27FC236}">
                  <a16:creationId xmlns:a16="http://schemas.microsoft.com/office/drawing/2014/main" id="{AC24EC38-E0E5-4A4E-A64D-359DD4A55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2" name="Freeform 26">
              <a:extLst>
                <a:ext uri="{FF2B5EF4-FFF2-40B4-BE49-F238E27FC236}">
                  <a16:creationId xmlns:a16="http://schemas.microsoft.com/office/drawing/2014/main" id="{338D8FE1-6073-44CF-857C-9273A160754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3" name="Freeform 27">
              <a:extLst>
                <a:ext uri="{FF2B5EF4-FFF2-40B4-BE49-F238E27FC236}">
                  <a16:creationId xmlns:a16="http://schemas.microsoft.com/office/drawing/2014/main" id="{39BAF819-1ABF-4754-B2E6-8C023A3B9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4" name="Freeform 28">
              <a:extLst>
                <a:ext uri="{FF2B5EF4-FFF2-40B4-BE49-F238E27FC236}">
                  <a16:creationId xmlns:a16="http://schemas.microsoft.com/office/drawing/2014/main" id="{2B5FE77A-C8CA-4E0E-BA89-53BA982E6A1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5" name="Freeform 29">
              <a:extLst>
                <a:ext uri="{FF2B5EF4-FFF2-40B4-BE49-F238E27FC236}">
                  <a16:creationId xmlns:a16="http://schemas.microsoft.com/office/drawing/2014/main" id="{264169FF-BB01-4F56-812A-738BE4AACB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6" name="Freeform 30">
              <a:extLst>
                <a:ext uri="{FF2B5EF4-FFF2-40B4-BE49-F238E27FC236}">
                  <a16:creationId xmlns:a16="http://schemas.microsoft.com/office/drawing/2014/main" id="{831BA8DD-49DA-443B-AD7A-1680CD28753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7" name="Freeform 31">
              <a:extLst>
                <a:ext uri="{FF2B5EF4-FFF2-40B4-BE49-F238E27FC236}">
                  <a16:creationId xmlns:a16="http://schemas.microsoft.com/office/drawing/2014/main" id="{15B5FD47-B408-4DD0-BA9C-76C3F6814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8" name="Freeform 32">
              <a:extLst>
                <a:ext uri="{FF2B5EF4-FFF2-40B4-BE49-F238E27FC236}">
                  <a16:creationId xmlns:a16="http://schemas.microsoft.com/office/drawing/2014/main" id="{2432FB6B-FBB2-438F-A3BC-0392CA9448E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9" name="Rectangle 33">
              <a:extLst>
                <a:ext uri="{FF2B5EF4-FFF2-40B4-BE49-F238E27FC236}">
                  <a16:creationId xmlns:a16="http://schemas.microsoft.com/office/drawing/2014/main" id="{A9E1CA69-4810-4E1D-A227-EA4EF0151FF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100" name="Freeform 34">
              <a:extLst>
                <a:ext uri="{FF2B5EF4-FFF2-40B4-BE49-F238E27FC236}">
                  <a16:creationId xmlns:a16="http://schemas.microsoft.com/office/drawing/2014/main" id="{978653C5-EFDF-4617-9A6A-E810A9C22D3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01" name="Freeform 35">
              <a:extLst>
                <a:ext uri="{FF2B5EF4-FFF2-40B4-BE49-F238E27FC236}">
                  <a16:creationId xmlns:a16="http://schemas.microsoft.com/office/drawing/2014/main" id="{F1B9F231-1E6A-4122-81B0-043E2A5F5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02" name="Freeform 36">
              <a:extLst>
                <a:ext uri="{FF2B5EF4-FFF2-40B4-BE49-F238E27FC236}">
                  <a16:creationId xmlns:a16="http://schemas.microsoft.com/office/drawing/2014/main" id="{DF2B6BD0-0057-43BC-8681-9FAC9FC53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03" name="Freeform 37">
              <a:extLst>
                <a:ext uri="{FF2B5EF4-FFF2-40B4-BE49-F238E27FC236}">
                  <a16:creationId xmlns:a16="http://schemas.microsoft.com/office/drawing/2014/main" id="{6D7D7117-2276-4EB9-882B-A44A2DB066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04" name="Freeform 38">
              <a:extLst>
                <a:ext uri="{FF2B5EF4-FFF2-40B4-BE49-F238E27FC236}">
                  <a16:creationId xmlns:a16="http://schemas.microsoft.com/office/drawing/2014/main" id="{98AD68EB-6444-4B28-8F06-C0B6111ACF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05" name="Freeform 39">
              <a:extLst>
                <a:ext uri="{FF2B5EF4-FFF2-40B4-BE49-F238E27FC236}">
                  <a16:creationId xmlns:a16="http://schemas.microsoft.com/office/drawing/2014/main" id="{438FA125-C459-48A2-913F-F5D04E160E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06" name="Freeform 40">
              <a:extLst>
                <a:ext uri="{FF2B5EF4-FFF2-40B4-BE49-F238E27FC236}">
                  <a16:creationId xmlns:a16="http://schemas.microsoft.com/office/drawing/2014/main" id="{18E796D1-6480-436F-947D-550CCE516E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07" name="Freeform 41">
              <a:extLst>
                <a:ext uri="{FF2B5EF4-FFF2-40B4-BE49-F238E27FC236}">
                  <a16:creationId xmlns:a16="http://schemas.microsoft.com/office/drawing/2014/main" id="{4549B300-4F89-4E35-B5E7-53E3C6A54B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08" name="Freeform 42">
              <a:extLst>
                <a:ext uri="{FF2B5EF4-FFF2-40B4-BE49-F238E27FC236}">
                  <a16:creationId xmlns:a16="http://schemas.microsoft.com/office/drawing/2014/main" id="{D8DA6C40-62DD-4FB3-8D06-5A599E38236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09" name="Freeform 43">
              <a:extLst>
                <a:ext uri="{FF2B5EF4-FFF2-40B4-BE49-F238E27FC236}">
                  <a16:creationId xmlns:a16="http://schemas.microsoft.com/office/drawing/2014/main" id="{28EE2B35-9D3D-4925-8DA9-9DF0E40BC4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10" name="Freeform 44">
              <a:extLst>
                <a:ext uri="{FF2B5EF4-FFF2-40B4-BE49-F238E27FC236}">
                  <a16:creationId xmlns:a16="http://schemas.microsoft.com/office/drawing/2014/main" id="{9DB82611-4043-4758-81EC-2239619803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11" name="Rectangle 45">
              <a:extLst>
                <a:ext uri="{FF2B5EF4-FFF2-40B4-BE49-F238E27FC236}">
                  <a16:creationId xmlns:a16="http://schemas.microsoft.com/office/drawing/2014/main" id="{A8210AB3-0776-4F74-9227-5E448D1AFA4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112" name="Freeform 46">
              <a:extLst>
                <a:ext uri="{FF2B5EF4-FFF2-40B4-BE49-F238E27FC236}">
                  <a16:creationId xmlns:a16="http://schemas.microsoft.com/office/drawing/2014/main" id="{002C10AB-E300-481E-AFA5-410481B163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13" name="Freeform 47">
              <a:extLst>
                <a:ext uri="{FF2B5EF4-FFF2-40B4-BE49-F238E27FC236}">
                  <a16:creationId xmlns:a16="http://schemas.microsoft.com/office/drawing/2014/main" id="{11F47C5E-0453-4EF5-B969-A8263DC6AF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14" name="Freeform 48">
              <a:extLst>
                <a:ext uri="{FF2B5EF4-FFF2-40B4-BE49-F238E27FC236}">
                  <a16:creationId xmlns:a16="http://schemas.microsoft.com/office/drawing/2014/main" id="{D0CFDC87-55E8-40E1-BD98-4E1EA2C095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15" name="Freeform 49">
              <a:extLst>
                <a:ext uri="{FF2B5EF4-FFF2-40B4-BE49-F238E27FC236}">
                  <a16:creationId xmlns:a16="http://schemas.microsoft.com/office/drawing/2014/main" id="{C1151505-8A7F-41D8-AE03-AD172E38C09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16" name="Freeform 50">
              <a:extLst>
                <a:ext uri="{FF2B5EF4-FFF2-40B4-BE49-F238E27FC236}">
                  <a16:creationId xmlns:a16="http://schemas.microsoft.com/office/drawing/2014/main" id="{918DAD20-1F9F-41A7-B9D0-EE92F9B32D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17" name="Freeform 51">
              <a:extLst>
                <a:ext uri="{FF2B5EF4-FFF2-40B4-BE49-F238E27FC236}">
                  <a16:creationId xmlns:a16="http://schemas.microsoft.com/office/drawing/2014/main" id="{D303B51B-ADCC-43C9-AE4F-0168CFA63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18" name="Freeform 52">
              <a:extLst>
                <a:ext uri="{FF2B5EF4-FFF2-40B4-BE49-F238E27FC236}">
                  <a16:creationId xmlns:a16="http://schemas.microsoft.com/office/drawing/2014/main" id="{5621B409-0B0A-4827-81F9-684C335EE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19" name="Freeform 53">
              <a:extLst>
                <a:ext uri="{FF2B5EF4-FFF2-40B4-BE49-F238E27FC236}">
                  <a16:creationId xmlns:a16="http://schemas.microsoft.com/office/drawing/2014/main" id="{FCA6910E-A4EC-464B-B285-5F1E40AEFF9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20" name="Freeform 54">
              <a:extLst>
                <a:ext uri="{FF2B5EF4-FFF2-40B4-BE49-F238E27FC236}">
                  <a16:creationId xmlns:a16="http://schemas.microsoft.com/office/drawing/2014/main" id="{7D0C75DF-4953-4E72-B34A-2F8BD05235F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21" name="Freeform 55">
              <a:extLst>
                <a:ext uri="{FF2B5EF4-FFF2-40B4-BE49-F238E27FC236}">
                  <a16:creationId xmlns:a16="http://schemas.microsoft.com/office/drawing/2014/main" id="{998A65EA-C434-41FF-B792-2BDC115019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22" name="Freeform 56">
              <a:extLst>
                <a:ext uri="{FF2B5EF4-FFF2-40B4-BE49-F238E27FC236}">
                  <a16:creationId xmlns:a16="http://schemas.microsoft.com/office/drawing/2014/main" id="{3A6D2AE4-7ABD-4946-BE69-5FD3C1A1D6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23" name="Freeform 57">
              <a:extLst>
                <a:ext uri="{FF2B5EF4-FFF2-40B4-BE49-F238E27FC236}">
                  <a16:creationId xmlns:a16="http://schemas.microsoft.com/office/drawing/2014/main" id="{833A81DC-8A3A-4141-A713-A2FE1C572B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24" name="Freeform 58">
              <a:extLst>
                <a:ext uri="{FF2B5EF4-FFF2-40B4-BE49-F238E27FC236}">
                  <a16:creationId xmlns:a16="http://schemas.microsoft.com/office/drawing/2014/main" id="{47BB7FFD-57DB-41BD-8D42-9FB58174B1B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pic>
        <p:nvPicPr>
          <p:cNvPr id="126" name="Picture 2">
            <a:extLst>
              <a:ext uri="{FF2B5EF4-FFF2-40B4-BE49-F238E27FC236}">
                <a16:creationId xmlns:a16="http://schemas.microsoft.com/office/drawing/2014/main" id="{3631D3C9-4C1D-4B3A-A737-E6E78004240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3" y="-3747"/>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sp>
        <p:nvSpPr>
          <p:cNvPr id="2" name="Title 1">
            <a:extLst>
              <a:ext uri="{FF2B5EF4-FFF2-40B4-BE49-F238E27FC236}">
                <a16:creationId xmlns:a16="http://schemas.microsoft.com/office/drawing/2014/main" id="{BBB858E1-B69B-E200-E16D-95AD5640A241}"/>
              </a:ext>
            </a:extLst>
          </p:cNvPr>
          <p:cNvSpPr>
            <a:spLocks noGrp="1"/>
          </p:cNvSpPr>
          <p:nvPr>
            <p:ph type="title"/>
          </p:nvPr>
        </p:nvSpPr>
        <p:spPr>
          <a:xfrm>
            <a:off x="8057397" y="1113282"/>
            <a:ext cx="3489569" cy="2396681"/>
          </a:xfrm>
        </p:spPr>
        <p:txBody>
          <a:bodyPr vert="horz" lIns="91440" tIns="45720" rIns="91440" bIns="45720" rtlCol="0" anchor="b">
            <a:normAutofit/>
          </a:bodyPr>
          <a:lstStyle/>
          <a:p>
            <a:r>
              <a:rPr lang="en-US" sz="4400">
                <a:solidFill>
                  <a:srgbClr val="FFFFFF"/>
                </a:solidFill>
              </a:rPr>
              <a:t>code used to reshape</a:t>
            </a:r>
          </a:p>
        </p:txBody>
      </p:sp>
      <p:sp>
        <p:nvSpPr>
          <p:cNvPr id="3" name="Content Placeholder 2">
            <a:extLst>
              <a:ext uri="{FF2B5EF4-FFF2-40B4-BE49-F238E27FC236}">
                <a16:creationId xmlns:a16="http://schemas.microsoft.com/office/drawing/2014/main" id="{66288D60-C8FC-4C69-D939-DA46D2DBA36C}"/>
              </a:ext>
            </a:extLst>
          </p:cNvPr>
          <p:cNvSpPr>
            <a:spLocks noGrp="1"/>
          </p:cNvSpPr>
          <p:nvPr>
            <p:ph idx="1"/>
          </p:nvPr>
        </p:nvSpPr>
        <p:spPr>
          <a:xfrm>
            <a:off x="8046666" y="3602038"/>
            <a:ext cx="3500301" cy="2052720"/>
          </a:xfrm>
        </p:spPr>
        <p:txBody>
          <a:bodyPr vert="horz" lIns="91440" tIns="45720" rIns="91440" bIns="45720" rtlCol="0">
            <a:normAutofit/>
          </a:bodyPr>
          <a:lstStyle/>
          <a:p>
            <a:pPr marL="0" indent="0">
              <a:buNone/>
            </a:pPr>
            <a:r>
              <a:rPr lang="en-US" sz="1800" cap="all">
                <a:solidFill>
                  <a:schemeClr val="bg2"/>
                </a:solidFill>
              </a:rPr>
              <a:t>Using python environment on Google-colap this is the code used to reshape the data sheet by sheet </a:t>
            </a:r>
          </a:p>
        </p:txBody>
      </p:sp>
      <p:sp useBgFill="1">
        <p:nvSpPr>
          <p:cNvPr id="128" name="Round Diagonal Corner Rectangle 6">
            <a:extLst>
              <a:ext uri="{FF2B5EF4-FFF2-40B4-BE49-F238E27FC236}">
                <a16:creationId xmlns:a16="http://schemas.microsoft.com/office/drawing/2014/main" id="{5B986EF0-8540-483D-9DDE-1F168FAAC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49" y="808057"/>
            <a:ext cx="6752461" cy="5234394"/>
          </a:xfrm>
          <a:prstGeom prst="round2DiagRect">
            <a:avLst>
              <a:gd name="adj1" fmla="val 741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 program&#10;&#10;Description automatically generated">
            <a:extLst>
              <a:ext uri="{FF2B5EF4-FFF2-40B4-BE49-F238E27FC236}">
                <a16:creationId xmlns:a16="http://schemas.microsoft.com/office/drawing/2014/main" id="{A31C8317-310F-97C0-7F56-0E6F8B481A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988" y="1415808"/>
            <a:ext cx="6112382" cy="4018892"/>
          </a:xfrm>
          <a:prstGeom prst="rect">
            <a:avLst/>
          </a:prstGeom>
        </p:spPr>
      </p:pic>
    </p:spTree>
    <p:extLst>
      <p:ext uri="{BB962C8B-B14F-4D97-AF65-F5344CB8AC3E}">
        <p14:creationId xmlns:p14="http://schemas.microsoft.com/office/powerpoint/2010/main" val="2487713508"/>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BAD65-F61B-7DE2-2715-B8CE0AB4C708}"/>
              </a:ext>
            </a:extLst>
          </p:cNvPr>
          <p:cNvSpPr>
            <a:spLocks noGrp="1"/>
          </p:cNvSpPr>
          <p:nvPr>
            <p:ph type="title"/>
          </p:nvPr>
        </p:nvSpPr>
        <p:spPr>
          <a:xfrm rot="16200000">
            <a:off x="-2693305" y="2316226"/>
            <a:ext cx="9905998" cy="2225548"/>
          </a:xfrm>
        </p:spPr>
        <p:txBody>
          <a:bodyPr vert="vert"/>
          <a:lstStyle/>
          <a:p>
            <a:r>
              <a:rPr lang="en-US" dirty="0"/>
              <a:t>Making a new data frame for the reshaped sheet </a:t>
            </a:r>
          </a:p>
        </p:txBody>
      </p:sp>
      <p:pic>
        <p:nvPicPr>
          <p:cNvPr id="5" name="Picture 4" descr="A screenshot of a computer&#10;&#10;Description automatically generated">
            <a:extLst>
              <a:ext uri="{FF2B5EF4-FFF2-40B4-BE49-F238E27FC236}">
                <a16:creationId xmlns:a16="http://schemas.microsoft.com/office/drawing/2014/main" id="{5BE71FED-2059-F1DD-A35E-E8F811A704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4897" y="803202"/>
            <a:ext cx="7414903" cy="4976291"/>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9256032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1D630-7C51-79B6-0EDE-6B603E2F8494}"/>
              </a:ext>
            </a:extLst>
          </p:cNvPr>
          <p:cNvSpPr>
            <a:spLocks noGrp="1"/>
          </p:cNvSpPr>
          <p:nvPr>
            <p:ph type="title"/>
          </p:nvPr>
        </p:nvSpPr>
        <p:spPr>
          <a:xfrm>
            <a:off x="1143001" y="1001976"/>
            <a:ext cx="9905998" cy="1478570"/>
          </a:xfrm>
        </p:spPr>
        <p:txBody>
          <a:bodyPr/>
          <a:lstStyle/>
          <a:p>
            <a:r>
              <a:rPr lang="en-US" cap="none" dirty="0"/>
              <a:t>READ THE RESULTS TO A NEW EXCEL FILE </a:t>
            </a:r>
          </a:p>
        </p:txBody>
      </p:sp>
      <p:pic>
        <p:nvPicPr>
          <p:cNvPr id="5" name="Content Placeholder 4">
            <a:extLst>
              <a:ext uri="{FF2B5EF4-FFF2-40B4-BE49-F238E27FC236}">
                <a16:creationId xmlns:a16="http://schemas.microsoft.com/office/drawing/2014/main" id="{6DAD6F8C-1994-D7C8-5021-B89200DC2AC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33046"/>
          <a:stretch/>
        </p:blipFill>
        <p:spPr>
          <a:xfrm>
            <a:off x="1141413" y="3047999"/>
            <a:ext cx="9751175" cy="1300645"/>
          </a:xfrm>
        </p:spPr>
      </p:pic>
    </p:spTree>
    <p:extLst>
      <p:ext uri="{BB962C8B-B14F-4D97-AF65-F5344CB8AC3E}">
        <p14:creationId xmlns:p14="http://schemas.microsoft.com/office/powerpoint/2010/main" val="1652934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D5289-DFD9-AA0B-75E0-8D091B21EB2B}"/>
              </a:ext>
            </a:extLst>
          </p:cNvPr>
          <p:cNvSpPr>
            <a:spLocks noGrp="1"/>
          </p:cNvSpPr>
          <p:nvPr>
            <p:ph type="title"/>
          </p:nvPr>
        </p:nvSpPr>
        <p:spPr/>
        <p:txBody>
          <a:bodyPr/>
          <a:lstStyle/>
          <a:p>
            <a:r>
              <a:rPr lang="en-US" dirty="0"/>
              <a:t>Data after reshape </a:t>
            </a:r>
          </a:p>
        </p:txBody>
      </p:sp>
      <p:pic>
        <p:nvPicPr>
          <p:cNvPr id="5" name="Content Placeholder 4">
            <a:extLst>
              <a:ext uri="{FF2B5EF4-FFF2-40B4-BE49-F238E27FC236}">
                <a16:creationId xmlns:a16="http://schemas.microsoft.com/office/drawing/2014/main" id="{7E651DA3-4ED5-CC03-39C3-87624E7B18E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61695" y="1959436"/>
            <a:ext cx="6903647" cy="4103864"/>
          </a:xfrm>
        </p:spPr>
      </p:pic>
    </p:spTree>
    <p:extLst>
      <p:ext uri="{BB962C8B-B14F-4D97-AF65-F5344CB8AC3E}">
        <p14:creationId xmlns:p14="http://schemas.microsoft.com/office/powerpoint/2010/main" val="2217988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03D0D-368A-35B0-5C71-31B4998F8D1B}"/>
              </a:ext>
            </a:extLst>
          </p:cNvPr>
          <p:cNvSpPr>
            <a:spLocks noGrp="1"/>
          </p:cNvSpPr>
          <p:nvPr>
            <p:ph type="title"/>
          </p:nvPr>
        </p:nvSpPr>
        <p:spPr/>
        <p:txBody>
          <a:bodyPr/>
          <a:lstStyle/>
          <a:p>
            <a:r>
              <a:rPr lang="en-US" dirty="0"/>
              <a:t>Final data</a:t>
            </a:r>
          </a:p>
        </p:txBody>
      </p:sp>
      <p:sp>
        <p:nvSpPr>
          <p:cNvPr id="3" name="Content Placeholder 2">
            <a:extLst>
              <a:ext uri="{FF2B5EF4-FFF2-40B4-BE49-F238E27FC236}">
                <a16:creationId xmlns:a16="http://schemas.microsoft.com/office/drawing/2014/main" id="{71656F18-D83C-33B8-383C-243796A57D58}"/>
              </a:ext>
            </a:extLst>
          </p:cNvPr>
          <p:cNvSpPr>
            <a:spLocks noGrp="1"/>
          </p:cNvSpPr>
          <p:nvPr>
            <p:ph idx="1"/>
          </p:nvPr>
        </p:nvSpPr>
        <p:spPr/>
        <p:txBody>
          <a:bodyPr/>
          <a:lstStyle/>
          <a:p>
            <a:r>
              <a:rPr lang="en-US" dirty="0"/>
              <a:t>Merged by excel functions and filters </a:t>
            </a:r>
          </a:p>
        </p:txBody>
      </p:sp>
    </p:spTree>
    <p:extLst>
      <p:ext uri="{BB962C8B-B14F-4D97-AF65-F5344CB8AC3E}">
        <p14:creationId xmlns:p14="http://schemas.microsoft.com/office/powerpoint/2010/main" val="2467593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BDD0FB8-B85E-5DB4-4BBC-401BF42C4B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988" y="411905"/>
            <a:ext cx="5555941" cy="2929721"/>
          </a:xfrm>
          <a:prstGeom prst="rect">
            <a:avLst/>
          </a:prstGeom>
        </p:spPr>
      </p:pic>
      <p:pic>
        <p:nvPicPr>
          <p:cNvPr id="7" name="Picture 6">
            <a:extLst>
              <a:ext uri="{FF2B5EF4-FFF2-40B4-BE49-F238E27FC236}">
                <a16:creationId xmlns:a16="http://schemas.microsoft.com/office/drawing/2014/main" id="{5205FC23-B874-ABA8-A12C-D00547190B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1318" y="0"/>
            <a:ext cx="4135667" cy="3443622"/>
          </a:xfrm>
          <a:prstGeom prst="rect">
            <a:avLst/>
          </a:prstGeom>
        </p:spPr>
      </p:pic>
      <p:pic>
        <p:nvPicPr>
          <p:cNvPr id="9" name="Picture 8">
            <a:extLst>
              <a:ext uri="{FF2B5EF4-FFF2-40B4-BE49-F238E27FC236}">
                <a16:creationId xmlns:a16="http://schemas.microsoft.com/office/drawing/2014/main" id="{ED7FDB7D-26FB-C443-923E-2B6F9DB888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014" y="3516374"/>
            <a:ext cx="9780573" cy="3177683"/>
          </a:xfrm>
          <a:prstGeom prst="rect">
            <a:avLst/>
          </a:prstGeom>
        </p:spPr>
      </p:pic>
    </p:spTree>
    <p:extLst>
      <p:ext uri="{BB962C8B-B14F-4D97-AF65-F5344CB8AC3E}">
        <p14:creationId xmlns:p14="http://schemas.microsoft.com/office/powerpoint/2010/main" val="3922788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EF4763-EB4A-4A35-89EB-AD2763B48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7F01BA-FD80-1CC4-F47F-E06FFA78D01F}"/>
              </a:ext>
            </a:extLst>
          </p:cNvPr>
          <p:cNvSpPr>
            <a:spLocks noGrp="1"/>
          </p:cNvSpPr>
          <p:nvPr>
            <p:ph type="title"/>
          </p:nvPr>
        </p:nvSpPr>
        <p:spPr>
          <a:xfrm>
            <a:off x="1141413" y="618518"/>
            <a:ext cx="9905998" cy="1478570"/>
          </a:xfrm>
        </p:spPr>
        <p:txBody>
          <a:bodyPr>
            <a:normAutofit/>
          </a:bodyPr>
          <a:lstStyle/>
          <a:p>
            <a:r>
              <a:rPr lang="en-US"/>
              <a:t>Analysis &amp; visualization </a:t>
            </a:r>
            <a:br>
              <a:rPr lang="en-US"/>
            </a:br>
            <a:endParaRPr lang="en-US" dirty="0"/>
          </a:p>
        </p:txBody>
      </p:sp>
      <p:graphicFrame>
        <p:nvGraphicFramePr>
          <p:cNvPr id="5" name="Content Placeholder 2">
            <a:extLst>
              <a:ext uri="{FF2B5EF4-FFF2-40B4-BE49-F238E27FC236}">
                <a16:creationId xmlns:a16="http://schemas.microsoft.com/office/drawing/2014/main" id="{A6B70028-C11B-8B81-3C2C-36EE214EDF28}"/>
              </a:ext>
            </a:extLst>
          </p:cNvPr>
          <p:cNvGraphicFramePr>
            <a:graphicFrameLocks noGrp="1"/>
          </p:cNvGraphicFramePr>
          <p:nvPr>
            <p:ph idx="1"/>
            <p:extLst>
              <p:ext uri="{D42A27DB-BD31-4B8C-83A1-F6EECF244321}">
                <p14:modId xmlns:p14="http://schemas.microsoft.com/office/powerpoint/2010/main" val="1109373443"/>
              </p:ext>
            </p:extLst>
          </p:nvPr>
        </p:nvGraphicFramePr>
        <p:xfrm>
          <a:off x="1141411" y="2440771"/>
          <a:ext cx="9905999" cy="3584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541046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2E4E997-8672-4FFD-B8EC-9932A8E471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14" name="Picture 2">
            <a:extLst>
              <a:ext uri="{FF2B5EF4-FFF2-40B4-BE49-F238E27FC236}">
                <a16:creationId xmlns:a16="http://schemas.microsoft.com/office/drawing/2014/main" id="{FE6BA9E6-1D9E-4D30-B528-D49FA1342E4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sp>
        <p:nvSpPr>
          <p:cNvPr id="2" name="Title 1">
            <a:extLst>
              <a:ext uri="{FF2B5EF4-FFF2-40B4-BE49-F238E27FC236}">
                <a16:creationId xmlns:a16="http://schemas.microsoft.com/office/drawing/2014/main" id="{896EAEBB-F0D9-6427-9ED8-32E67BEA04A6}"/>
              </a:ext>
            </a:extLst>
          </p:cNvPr>
          <p:cNvSpPr>
            <a:spLocks noGrp="1"/>
          </p:cNvSpPr>
          <p:nvPr>
            <p:ph type="title"/>
          </p:nvPr>
        </p:nvSpPr>
        <p:spPr>
          <a:xfrm>
            <a:off x="1141413" y="618518"/>
            <a:ext cx="4459286" cy="1478570"/>
          </a:xfrm>
        </p:spPr>
        <p:txBody>
          <a:bodyPr>
            <a:normAutofit/>
          </a:bodyPr>
          <a:lstStyle/>
          <a:p>
            <a:r>
              <a:rPr lang="en-US" sz="3200" cap="none" dirty="0"/>
              <a:t>Number of employees per location </a:t>
            </a:r>
          </a:p>
        </p:txBody>
      </p:sp>
      <p:sp>
        <p:nvSpPr>
          <p:cNvPr id="9" name="Content Placeholder 8">
            <a:extLst>
              <a:ext uri="{FF2B5EF4-FFF2-40B4-BE49-F238E27FC236}">
                <a16:creationId xmlns:a16="http://schemas.microsoft.com/office/drawing/2014/main" id="{208CFF07-88FA-B2FD-CA31-FF8B03F13022}"/>
              </a:ext>
            </a:extLst>
          </p:cNvPr>
          <p:cNvSpPr>
            <a:spLocks noGrp="1"/>
          </p:cNvSpPr>
          <p:nvPr>
            <p:ph idx="1"/>
          </p:nvPr>
        </p:nvSpPr>
        <p:spPr>
          <a:xfrm>
            <a:off x="1141412" y="2249487"/>
            <a:ext cx="4459287" cy="3965046"/>
          </a:xfrm>
        </p:spPr>
        <p:txBody>
          <a:bodyPr>
            <a:normAutofit/>
          </a:bodyPr>
          <a:lstStyle/>
          <a:p>
            <a:endParaRPr lang="en-US" sz="2000"/>
          </a:p>
        </p:txBody>
      </p:sp>
      <p:pic>
        <p:nvPicPr>
          <p:cNvPr id="5" name="Content Placeholder 4" descr="A colorful pie chart with numbers&#10;&#10;Description automatically generated">
            <a:extLst>
              <a:ext uri="{FF2B5EF4-FFF2-40B4-BE49-F238E27FC236}">
                <a16:creationId xmlns:a16="http://schemas.microsoft.com/office/drawing/2014/main" id="{DCA944F9-037F-611D-0C99-A7FB22F5F6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01962" y="1786462"/>
            <a:ext cx="8150318" cy="4869815"/>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grpSp>
        <p:nvGrpSpPr>
          <p:cNvPr id="16" name="Group 15">
            <a:extLst>
              <a:ext uri="{FF2B5EF4-FFF2-40B4-BE49-F238E27FC236}">
                <a16:creationId xmlns:a16="http://schemas.microsoft.com/office/drawing/2014/main" id="{453E4DEE-E996-40F8-8635-0FF43D7348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7" name="Rectangle 5">
              <a:extLst>
                <a:ext uri="{FF2B5EF4-FFF2-40B4-BE49-F238E27FC236}">
                  <a16:creationId xmlns:a16="http://schemas.microsoft.com/office/drawing/2014/main" id="{08BD1D3E-43CE-49EB-A424-0738950C642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18" name="Freeform 6">
              <a:extLst>
                <a:ext uri="{FF2B5EF4-FFF2-40B4-BE49-F238E27FC236}">
                  <a16:creationId xmlns:a16="http://schemas.microsoft.com/office/drawing/2014/main" id="{E9182037-E3FA-489A-95D5-29E4248420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9" name="Freeform 7">
              <a:extLst>
                <a:ext uri="{FF2B5EF4-FFF2-40B4-BE49-F238E27FC236}">
                  <a16:creationId xmlns:a16="http://schemas.microsoft.com/office/drawing/2014/main" id="{E8864E76-AD7F-4BEE-B3F6-A78FA42AEF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0" name="Freeform 8">
              <a:extLst>
                <a:ext uri="{FF2B5EF4-FFF2-40B4-BE49-F238E27FC236}">
                  <a16:creationId xmlns:a16="http://schemas.microsoft.com/office/drawing/2014/main" id="{8AD071B3-046D-4479-91FE-01E9AD7C8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1" name="Freeform 9">
              <a:extLst>
                <a:ext uri="{FF2B5EF4-FFF2-40B4-BE49-F238E27FC236}">
                  <a16:creationId xmlns:a16="http://schemas.microsoft.com/office/drawing/2014/main" id="{91D776F5-E902-4A4D-A75D-A46E063C9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2" name="Freeform 10">
              <a:extLst>
                <a:ext uri="{FF2B5EF4-FFF2-40B4-BE49-F238E27FC236}">
                  <a16:creationId xmlns:a16="http://schemas.microsoft.com/office/drawing/2014/main" id="{EBED8F24-A998-4952-AB68-E2074F0746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3" name="Freeform 11">
              <a:extLst>
                <a:ext uri="{FF2B5EF4-FFF2-40B4-BE49-F238E27FC236}">
                  <a16:creationId xmlns:a16="http://schemas.microsoft.com/office/drawing/2014/main" id="{74D7A646-8CDC-49B3-9C44-3EF38DB426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4" name="Freeform 12">
              <a:extLst>
                <a:ext uri="{FF2B5EF4-FFF2-40B4-BE49-F238E27FC236}">
                  <a16:creationId xmlns:a16="http://schemas.microsoft.com/office/drawing/2014/main" id="{D4E99D14-E4F4-419B-9AAF-8D1CEAB28A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5" name="Freeform 13">
              <a:extLst>
                <a:ext uri="{FF2B5EF4-FFF2-40B4-BE49-F238E27FC236}">
                  <a16:creationId xmlns:a16="http://schemas.microsoft.com/office/drawing/2014/main" id="{377E106C-5445-4A52-9F7E-DA17387442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6" name="Freeform 14">
              <a:extLst>
                <a:ext uri="{FF2B5EF4-FFF2-40B4-BE49-F238E27FC236}">
                  <a16:creationId xmlns:a16="http://schemas.microsoft.com/office/drawing/2014/main" id="{752BFE96-D378-4BAE-A64B-F851A34C4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7" name="Freeform 15">
              <a:extLst>
                <a:ext uri="{FF2B5EF4-FFF2-40B4-BE49-F238E27FC236}">
                  <a16:creationId xmlns:a16="http://schemas.microsoft.com/office/drawing/2014/main" id="{B88FFB19-5A5E-4078-B467-9D4ABD21BD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8" name="Line 16">
              <a:extLst>
                <a:ext uri="{FF2B5EF4-FFF2-40B4-BE49-F238E27FC236}">
                  <a16:creationId xmlns:a16="http://schemas.microsoft.com/office/drawing/2014/main" id="{11042975-3D19-4728-BCDA-D3F5CD633ED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9" name="Freeform 17">
              <a:extLst>
                <a:ext uri="{FF2B5EF4-FFF2-40B4-BE49-F238E27FC236}">
                  <a16:creationId xmlns:a16="http://schemas.microsoft.com/office/drawing/2014/main" id="{A28972BD-D2E1-4DCA-A907-2E3B6F6066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0" name="Freeform 18">
              <a:extLst>
                <a:ext uri="{FF2B5EF4-FFF2-40B4-BE49-F238E27FC236}">
                  <a16:creationId xmlns:a16="http://schemas.microsoft.com/office/drawing/2014/main" id="{1C806824-5C2D-4747-B038-69EE4074B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1" name="Freeform 19">
              <a:extLst>
                <a:ext uri="{FF2B5EF4-FFF2-40B4-BE49-F238E27FC236}">
                  <a16:creationId xmlns:a16="http://schemas.microsoft.com/office/drawing/2014/main" id="{3B33F710-16D7-4F48-BFCA-66C9CA235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2" name="Freeform 20">
              <a:extLst>
                <a:ext uri="{FF2B5EF4-FFF2-40B4-BE49-F238E27FC236}">
                  <a16:creationId xmlns:a16="http://schemas.microsoft.com/office/drawing/2014/main" id="{6C8C8ED4-90FA-4E97-AAF0-D5D51E6A93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3" name="Rectangle 21">
              <a:extLst>
                <a:ext uri="{FF2B5EF4-FFF2-40B4-BE49-F238E27FC236}">
                  <a16:creationId xmlns:a16="http://schemas.microsoft.com/office/drawing/2014/main" id="{6C5EB9C1-B25F-4172-8A96-5950ECC828F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34" name="Freeform 22">
              <a:extLst>
                <a:ext uri="{FF2B5EF4-FFF2-40B4-BE49-F238E27FC236}">
                  <a16:creationId xmlns:a16="http://schemas.microsoft.com/office/drawing/2014/main" id="{097E6E8A-9373-4655-882B-21715CCE9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5" name="Freeform 23">
              <a:extLst>
                <a:ext uri="{FF2B5EF4-FFF2-40B4-BE49-F238E27FC236}">
                  <a16:creationId xmlns:a16="http://schemas.microsoft.com/office/drawing/2014/main" id="{EB8CC766-1206-4372-ACAF-8230AF4D54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6" name="Freeform 24">
              <a:extLst>
                <a:ext uri="{FF2B5EF4-FFF2-40B4-BE49-F238E27FC236}">
                  <a16:creationId xmlns:a16="http://schemas.microsoft.com/office/drawing/2014/main" id="{1C8E2511-2489-47B2-9C19-C410910DD9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7" name="Freeform 25">
              <a:extLst>
                <a:ext uri="{FF2B5EF4-FFF2-40B4-BE49-F238E27FC236}">
                  <a16:creationId xmlns:a16="http://schemas.microsoft.com/office/drawing/2014/main" id="{D7820196-0A47-47EF-832C-A688E8977D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8" name="Freeform 26">
              <a:extLst>
                <a:ext uri="{FF2B5EF4-FFF2-40B4-BE49-F238E27FC236}">
                  <a16:creationId xmlns:a16="http://schemas.microsoft.com/office/drawing/2014/main" id="{4982E0BF-34AE-48A3-AD6B-E0F3CD05DB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9" name="Freeform 27">
              <a:extLst>
                <a:ext uri="{FF2B5EF4-FFF2-40B4-BE49-F238E27FC236}">
                  <a16:creationId xmlns:a16="http://schemas.microsoft.com/office/drawing/2014/main" id="{CD34643B-9DF2-4310-8868-48252C339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0" name="Freeform 28">
              <a:extLst>
                <a:ext uri="{FF2B5EF4-FFF2-40B4-BE49-F238E27FC236}">
                  <a16:creationId xmlns:a16="http://schemas.microsoft.com/office/drawing/2014/main" id="{4E020C4E-AF64-44A8-B830-779541D8D54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1" name="Freeform 29">
              <a:extLst>
                <a:ext uri="{FF2B5EF4-FFF2-40B4-BE49-F238E27FC236}">
                  <a16:creationId xmlns:a16="http://schemas.microsoft.com/office/drawing/2014/main" id="{D97BC3D3-B1B3-4825-9169-BBEF1DBCF0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2" name="Freeform 30">
              <a:extLst>
                <a:ext uri="{FF2B5EF4-FFF2-40B4-BE49-F238E27FC236}">
                  <a16:creationId xmlns:a16="http://schemas.microsoft.com/office/drawing/2014/main" id="{A750DC4F-1DAF-470E-98C6-6C68DEB93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3" name="Freeform 31">
              <a:extLst>
                <a:ext uri="{FF2B5EF4-FFF2-40B4-BE49-F238E27FC236}">
                  <a16:creationId xmlns:a16="http://schemas.microsoft.com/office/drawing/2014/main" id="{2F99594A-5BBD-4E10-A818-8BE52B7D95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38470027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45942-D87B-C1DE-9A42-648642186902}"/>
              </a:ext>
            </a:extLst>
          </p:cNvPr>
          <p:cNvSpPr>
            <a:spLocks noGrp="1"/>
          </p:cNvSpPr>
          <p:nvPr>
            <p:ph type="title"/>
          </p:nvPr>
        </p:nvSpPr>
        <p:spPr/>
        <p:txBody>
          <a:bodyPr/>
          <a:lstStyle/>
          <a:p>
            <a:r>
              <a:rPr lang="en-US" dirty="0"/>
              <a:t>distribution of employees according to utilization rate </a:t>
            </a:r>
          </a:p>
        </p:txBody>
      </p:sp>
      <p:pic>
        <p:nvPicPr>
          <p:cNvPr id="5" name="Content Placeholder 4" descr="A blue and white bar graph&#10;&#10;Description automatically generated">
            <a:extLst>
              <a:ext uri="{FF2B5EF4-FFF2-40B4-BE49-F238E27FC236}">
                <a16:creationId xmlns:a16="http://schemas.microsoft.com/office/drawing/2014/main" id="{62168792-A14B-F676-D292-BA0A52CCAF0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32156" y="2249488"/>
            <a:ext cx="8799870" cy="3541712"/>
          </a:xfrm>
        </p:spPr>
      </p:pic>
    </p:spTree>
    <p:extLst>
      <p:ext uri="{BB962C8B-B14F-4D97-AF65-F5344CB8AC3E}">
        <p14:creationId xmlns:p14="http://schemas.microsoft.com/office/powerpoint/2010/main" val="20132550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697F791-5FFA-4164-899F-EB52EA72B0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2">
            <a:extLst>
              <a:ext uri="{FF2B5EF4-FFF2-40B4-BE49-F238E27FC236}">
                <a16:creationId xmlns:a16="http://schemas.microsoft.com/office/drawing/2014/main" id="{4E28A1A9-FB81-4816-AAEA-C3B43094695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a:stretch>
            <a:fillRect/>
          </a:stretch>
        </p:blipFill>
        <p:spPr bwMode="auto">
          <a:xfrm>
            <a:off x="1190" y="-2"/>
            <a:ext cx="4061525" cy="6858001"/>
          </a:xfrm>
          <a:prstGeom prst="rect">
            <a:avLst/>
          </a:prstGeom>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sp>
        <p:nvSpPr>
          <p:cNvPr id="16" name="Rectangle 15">
            <a:extLst>
              <a:ext uri="{FF2B5EF4-FFF2-40B4-BE49-F238E27FC236}">
                <a16:creationId xmlns:a16="http://schemas.microsoft.com/office/drawing/2014/main" id="{B773AB25-A422-41AA-9737-5E04C1966D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53"/>
            <a:ext cx="4055621" cy="6858000"/>
          </a:xfrm>
          <a:prstGeom prst="rect">
            <a:avLst/>
          </a:prstGeom>
          <a:ln>
            <a:noFill/>
          </a:ln>
          <a:effectLst>
            <a:outerShdw blurRad="76200" dist="38100" algn="l" rotWithShape="0">
              <a:prstClr val="black">
                <a:alpha val="37000"/>
              </a:prstClr>
            </a:outerShdw>
          </a:effectLst>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18" name="Picture 2">
            <a:extLst>
              <a:ext uri="{FF2B5EF4-FFF2-40B4-BE49-F238E27FC236}">
                <a16:creationId xmlns:a16="http://schemas.microsoft.com/office/drawing/2014/main" id="{AF0552B8-DE8C-40DF-B29F-1728E6A1061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22530" y="23283"/>
            <a:ext cx="4078152"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sp>
        <p:nvSpPr>
          <p:cNvPr id="2" name="Title 1">
            <a:extLst>
              <a:ext uri="{FF2B5EF4-FFF2-40B4-BE49-F238E27FC236}">
                <a16:creationId xmlns:a16="http://schemas.microsoft.com/office/drawing/2014/main" id="{DC345942-D87B-C1DE-9A42-648642186902}"/>
              </a:ext>
            </a:extLst>
          </p:cNvPr>
          <p:cNvSpPr>
            <a:spLocks noGrp="1"/>
          </p:cNvSpPr>
          <p:nvPr>
            <p:ph type="title"/>
          </p:nvPr>
        </p:nvSpPr>
        <p:spPr>
          <a:xfrm>
            <a:off x="793750" y="2751807"/>
            <a:ext cx="2851417" cy="1478570"/>
          </a:xfrm>
        </p:spPr>
        <p:txBody>
          <a:bodyPr>
            <a:normAutofit/>
          </a:bodyPr>
          <a:lstStyle/>
          <a:p>
            <a:r>
              <a:rPr lang="en-US" sz="3200" dirty="0">
                <a:solidFill>
                  <a:srgbClr val="FFFFFF"/>
                </a:solidFill>
              </a:rPr>
              <a:t>Top employees</a:t>
            </a:r>
            <a:br>
              <a:rPr lang="en-US" sz="3200" dirty="0">
                <a:solidFill>
                  <a:srgbClr val="FFFFFF"/>
                </a:solidFill>
              </a:rPr>
            </a:br>
            <a:endParaRPr lang="en-US" sz="3200" dirty="0">
              <a:solidFill>
                <a:srgbClr val="FFFFFF"/>
              </a:solidFill>
            </a:endParaRPr>
          </a:p>
        </p:txBody>
      </p:sp>
      <p:grpSp>
        <p:nvGrpSpPr>
          <p:cNvPr id="20" name="Group 19">
            <a:extLst>
              <a:ext uri="{FF2B5EF4-FFF2-40B4-BE49-F238E27FC236}">
                <a16:creationId xmlns:a16="http://schemas.microsoft.com/office/drawing/2014/main" id="{6AD0D387-1584-4477-B5F8-52B50D4F22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21" name="Rectangle 5">
              <a:extLst>
                <a:ext uri="{FF2B5EF4-FFF2-40B4-BE49-F238E27FC236}">
                  <a16:creationId xmlns:a16="http://schemas.microsoft.com/office/drawing/2014/main" id="{22C90122-8CF0-4164-B596-168DE41D39A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22" name="Freeform 6">
              <a:extLst>
                <a:ext uri="{FF2B5EF4-FFF2-40B4-BE49-F238E27FC236}">
                  <a16:creationId xmlns:a16="http://schemas.microsoft.com/office/drawing/2014/main" id="{E74D534E-37A6-4D27-9C47-0B2F052783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3" name="Freeform 7">
              <a:extLst>
                <a:ext uri="{FF2B5EF4-FFF2-40B4-BE49-F238E27FC236}">
                  <a16:creationId xmlns:a16="http://schemas.microsoft.com/office/drawing/2014/main" id="{1C1C156E-D2E0-468A-9B19-79521D69BF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4" name="Freeform 8">
              <a:extLst>
                <a:ext uri="{FF2B5EF4-FFF2-40B4-BE49-F238E27FC236}">
                  <a16:creationId xmlns:a16="http://schemas.microsoft.com/office/drawing/2014/main" id="{14C97F11-4F6C-4DFF-89BC-3AEA5B7FF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5" name="Freeform 9">
              <a:extLst>
                <a:ext uri="{FF2B5EF4-FFF2-40B4-BE49-F238E27FC236}">
                  <a16:creationId xmlns:a16="http://schemas.microsoft.com/office/drawing/2014/main" id="{773C2106-77CE-42E1-839F-925EAEBB2FF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6" name="Freeform 10">
              <a:extLst>
                <a:ext uri="{FF2B5EF4-FFF2-40B4-BE49-F238E27FC236}">
                  <a16:creationId xmlns:a16="http://schemas.microsoft.com/office/drawing/2014/main" id="{E2807D33-BD1F-4B09-8D93-63C06DB3C0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7" name="Freeform 11">
              <a:extLst>
                <a:ext uri="{FF2B5EF4-FFF2-40B4-BE49-F238E27FC236}">
                  <a16:creationId xmlns:a16="http://schemas.microsoft.com/office/drawing/2014/main" id="{84BDF3E8-157B-47D1-AF8E-FE1EFF0612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8" name="Freeform 12">
              <a:extLst>
                <a:ext uri="{FF2B5EF4-FFF2-40B4-BE49-F238E27FC236}">
                  <a16:creationId xmlns:a16="http://schemas.microsoft.com/office/drawing/2014/main" id="{68B482B5-E0FD-406A-99B2-297DF33354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9" name="Freeform 13">
              <a:extLst>
                <a:ext uri="{FF2B5EF4-FFF2-40B4-BE49-F238E27FC236}">
                  <a16:creationId xmlns:a16="http://schemas.microsoft.com/office/drawing/2014/main" id="{B8750F30-12E8-410B-8709-78F1EF3BBE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0" name="Freeform 14">
              <a:extLst>
                <a:ext uri="{FF2B5EF4-FFF2-40B4-BE49-F238E27FC236}">
                  <a16:creationId xmlns:a16="http://schemas.microsoft.com/office/drawing/2014/main" id="{DB2D030A-4700-4CC4-A971-F119F8372C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1" name="Freeform 15">
              <a:extLst>
                <a:ext uri="{FF2B5EF4-FFF2-40B4-BE49-F238E27FC236}">
                  <a16:creationId xmlns:a16="http://schemas.microsoft.com/office/drawing/2014/main" id="{B4E516DB-F66E-4E88-8CAA-67153F5618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2" name="Line 16">
              <a:extLst>
                <a:ext uri="{FF2B5EF4-FFF2-40B4-BE49-F238E27FC236}">
                  <a16:creationId xmlns:a16="http://schemas.microsoft.com/office/drawing/2014/main" id="{DF749FDD-DD56-4DC9-A379-77E1106981D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a:extLst>
                <a:ext uri="{FF2B5EF4-FFF2-40B4-BE49-F238E27FC236}">
                  <a16:creationId xmlns:a16="http://schemas.microsoft.com/office/drawing/2014/main" id="{6AD95087-E0AF-45D3-B824-EFFCBBECD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4" name="Freeform 18">
              <a:extLst>
                <a:ext uri="{FF2B5EF4-FFF2-40B4-BE49-F238E27FC236}">
                  <a16:creationId xmlns:a16="http://schemas.microsoft.com/office/drawing/2014/main" id="{2D21010F-3DE2-4881-B9D5-3415C4E05D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5" name="Freeform 19">
              <a:extLst>
                <a:ext uri="{FF2B5EF4-FFF2-40B4-BE49-F238E27FC236}">
                  <a16:creationId xmlns:a16="http://schemas.microsoft.com/office/drawing/2014/main" id="{2AFDF4BC-8E99-4A2C-9EF2-4B98A05C2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6" name="Freeform 20">
              <a:extLst>
                <a:ext uri="{FF2B5EF4-FFF2-40B4-BE49-F238E27FC236}">
                  <a16:creationId xmlns:a16="http://schemas.microsoft.com/office/drawing/2014/main" id="{BB8EAEE8-22EA-4103-A02E-5043474C4B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7" name="Rectangle 21">
              <a:extLst>
                <a:ext uri="{FF2B5EF4-FFF2-40B4-BE49-F238E27FC236}">
                  <a16:creationId xmlns:a16="http://schemas.microsoft.com/office/drawing/2014/main" id="{7148ABD2-E447-429F-B97E-86494051C10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38" name="Freeform 22">
              <a:extLst>
                <a:ext uri="{FF2B5EF4-FFF2-40B4-BE49-F238E27FC236}">
                  <a16:creationId xmlns:a16="http://schemas.microsoft.com/office/drawing/2014/main" id="{99900F4A-F8CA-456E-9FA0-34572621C0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9" name="Freeform 23">
              <a:extLst>
                <a:ext uri="{FF2B5EF4-FFF2-40B4-BE49-F238E27FC236}">
                  <a16:creationId xmlns:a16="http://schemas.microsoft.com/office/drawing/2014/main" id="{DF5CD0A9-E49B-4968-886B-41C1A66D232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0" name="Freeform 24">
              <a:extLst>
                <a:ext uri="{FF2B5EF4-FFF2-40B4-BE49-F238E27FC236}">
                  <a16:creationId xmlns:a16="http://schemas.microsoft.com/office/drawing/2014/main" id="{7E462582-7383-4272-A323-85C9D137C4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1" name="Freeform 25">
              <a:extLst>
                <a:ext uri="{FF2B5EF4-FFF2-40B4-BE49-F238E27FC236}">
                  <a16:creationId xmlns:a16="http://schemas.microsoft.com/office/drawing/2014/main" id="{CB472F67-7C37-4D80-B346-DE30D44B55A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2" name="Freeform 26">
              <a:extLst>
                <a:ext uri="{FF2B5EF4-FFF2-40B4-BE49-F238E27FC236}">
                  <a16:creationId xmlns:a16="http://schemas.microsoft.com/office/drawing/2014/main" id="{19A8AE83-358F-4D4E-91C7-F09E35097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3" name="Freeform 27">
              <a:extLst>
                <a:ext uri="{FF2B5EF4-FFF2-40B4-BE49-F238E27FC236}">
                  <a16:creationId xmlns:a16="http://schemas.microsoft.com/office/drawing/2014/main" id="{C4B79436-9285-45DE-A9FB-B3DD750738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4" name="Freeform 28">
              <a:extLst>
                <a:ext uri="{FF2B5EF4-FFF2-40B4-BE49-F238E27FC236}">
                  <a16:creationId xmlns:a16="http://schemas.microsoft.com/office/drawing/2014/main" id="{B0BF8BF3-C90A-483A-B61E-13D2C41FBAC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5" name="Freeform 29">
              <a:extLst>
                <a:ext uri="{FF2B5EF4-FFF2-40B4-BE49-F238E27FC236}">
                  <a16:creationId xmlns:a16="http://schemas.microsoft.com/office/drawing/2014/main" id="{31011274-F329-444B-9B06-69DD2EC4490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6" name="Freeform 30">
              <a:extLst>
                <a:ext uri="{FF2B5EF4-FFF2-40B4-BE49-F238E27FC236}">
                  <a16:creationId xmlns:a16="http://schemas.microsoft.com/office/drawing/2014/main" id="{DB8B1D39-5B9A-4B4E-849B-A5821A2460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7" name="Freeform 31">
              <a:extLst>
                <a:ext uri="{FF2B5EF4-FFF2-40B4-BE49-F238E27FC236}">
                  <a16:creationId xmlns:a16="http://schemas.microsoft.com/office/drawing/2014/main" id="{336ECD63-75C2-4A32-A31B-30BB3097240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pic>
        <p:nvPicPr>
          <p:cNvPr id="5" name="Content Placeholder 4" descr="A graph of blue and white lines&#10;&#10;Description automatically generated with medium confidence">
            <a:extLst>
              <a:ext uri="{FF2B5EF4-FFF2-40B4-BE49-F238E27FC236}">
                <a16:creationId xmlns:a16="http://schemas.microsoft.com/office/drawing/2014/main" id="{10ABE3D6-40FD-2C99-0B15-8C28E7E7D0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1778" y="988557"/>
            <a:ext cx="6844045" cy="4876381"/>
          </a:xfrm>
          <a:prstGeom prst="rect">
            <a:avLst/>
          </a:prstGeom>
        </p:spPr>
      </p:pic>
    </p:spTree>
    <p:extLst>
      <p:ext uri="{BB962C8B-B14F-4D97-AF65-F5344CB8AC3E}">
        <p14:creationId xmlns:p14="http://schemas.microsoft.com/office/powerpoint/2010/main" val="4134874003"/>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6697F791-5FFA-4164-899F-EB52EA72B0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2">
            <a:extLst>
              <a:ext uri="{FF2B5EF4-FFF2-40B4-BE49-F238E27FC236}">
                <a16:creationId xmlns:a16="http://schemas.microsoft.com/office/drawing/2014/main" id="{4E28A1A9-FB81-4816-AAEA-C3B43094695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a:stretch>
            <a:fillRect/>
          </a:stretch>
        </p:blipFill>
        <p:spPr bwMode="auto">
          <a:xfrm>
            <a:off x="1190" y="-2"/>
            <a:ext cx="4061525" cy="6858001"/>
          </a:xfrm>
          <a:prstGeom prst="rect">
            <a:avLst/>
          </a:prstGeom>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sp>
        <p:nvSpPr>
          <p:cNvPr id="73" name="Rectangle 72">
            <a:extLst>
              <a:ext uri="{FF2B5EF4-FFF2-40B4-BE49-F238E27FC236}">
                <a16:creationId xmlns:a16="http://schemas.microsoft.com/office/drawing/2014/main" id="{B773AB25-A422-41AA-9737-5E04C1966D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53"/>
            <a:ext cx="4055621" cy="6858000"/>
          </a:xfrm>
          <a:prstGeom prst="rect">
            <a:avLst/>
          </a:prstGeom>
          <a:ln>
            <a:noFill/>
          </a:ln>
          <a:effectLst>
            <a:outerShdw blurRad="76200" dist="38100" algn="l" rotWithShape="0">
              <a:prstClr val="black">
                <a:alpha val="37000"/>
              </a:prstClr>
            </a:outerShdw>
          </a:effectLst>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74" name="Picture 2">
            <a:extLst>
              <a:ext uri="{FF2B5EF4-FFF2-40B4-BE49-F238E27FC236}">
                <a16:creationId xmlns:a16="http://schemas.microsoft.com/office/drawing/2014/main" id="{AF0552B8-DE8C-40DF-B29F-1728E6A1061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22530" y="23283"/>
            <a:ext cx="4078152"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sp>
        <p:nvSpPr>
          <p:cNvPr id="2" name="Title 1">
            <a:extLst>
              <a:ext uri="{FF2B5EF4-FFF2-40B4-BE49-F238E27FC236}">
                <a16:creationId xmlns:a16="http://schemas.microsoft.com/office/drawing/2014/main" id="{DC345942-D87B-C1DE-9A42-648642186902}"/>
              </a:ext>
            </a:extLst>
          </p:cNvPr>
          <p:cNvSpPr>
            <a:spLocks noGrp="1"/>
          </p:cNvSpPr>
          <p:nvPr>
            <p:ph type="title"/>
          </p:nvPr>
        </p:nvSpPr>
        <p:spPr>
          <a:xfrm>
            <a:off x="801464" y="2328742"/>
            <a:ext cx="2851417" cy="1478570"/>
          </a:xfrm>
        </p:spPr>
        <p:txBody>
          <a:bodyPr>
            <a:normAutofit/>
          </a:bodyPr>
          <a:lstStyle/>
          <a:p>
            <a:r>
              <a:rPr lang="en-US" sz="3200" dirty="0">
                <a:solidFill>
                  <a:srgbClr val="FFFFFF"/>
                </a:solidFill>
              </a:rPr>
              <a:t>Least employees </a:t>
            </a:r>
          </a:p>
        </p:txBody>
      </p:sp>
      <p:grpSp>
        <p:nvGrpSpPr>
          <p:cNvPr id="76" name="Group 75">
            <a:extLst>
              <a:ext uri="{FF2B5EF4-FFF2-40B4-BE49-F238E27FC236}">
                <a16:creationId xmlns:a16="http://schemas.microsoft.com/office/drawing/2014/main" id="{6AD0D387-1584-4477-B5F8-52B50D4F22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77" name="Rectangle 5">
              <a:extLst>
                <a:ext uri="{FF2B5EF4-FFF2-40B4-BE49-F238E27FC236}">
                  <a16:creationId xmlns:a16="http://schemas.microsoft.com/office/drawing/2014/main" id="{22C90122-8CF0-4164-B596-168DE41D39A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78" name="Freeform 6">
              <a:extLst>
                <a:ext uri="{FF2B5EF4-FFF2-40B4-BE49-F238E27FC236}">
                  <a16:creationId xmlns:a16="http://schemas.microsoft.com/office/drawing/2014/main" id="{E74D534E-37A6-4D27-9C47-0B2F052783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79" name="Freeform 7">
              <a:extLst>
                <a:ext uri="{FF2B5EF4-FFF2-40B4-BE49-F238E27FC236}">
                  <a16:creationId xmlns:a16="http://schemas.microsoft.com/office/drawing/2014/main" id="{1C1C156E-D2E0-468A-9B19-79521D69BF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0" name="Freeform 8">
              <a:extLst>
                <a:ext uri="{FF2B5EF4-FFF2-40B4-BE49-F238E27FC236}">
                  <a16:creationId xmlns:a16="http://schemas.microsoft.com/office/drawing/2014/main" id="{14C97F11-4F6C-4DFF-89BC-3AEA5B7FF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1" name="Freeform 9">
              <a:extLst>
                <a:ext uri="{FF2B5EF4-FFF2-40B4-BE49-F238E27FC236}">
                  <a16:creationId xmlns:a16="http://schemas.microsoft.com/office/drawing/2014/main" id="{773C2106-77CE-42E1-839F-925EAEBB2FF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2" name="Freeform 10">
              <a:extLst>
                <a:ext uri="{FF2B5EF4-FFF2-40B4-BE49-F238E27FC236}">
                  <a16:creationId xmlns:a16="http://schemas.microsoft.com/office/drawing/2014/main" id="{E2807D33-BD1F-4B09-8D93-63C06DB3C0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3" name="Freeform 11">
              <a:extLst>
                <a:ext uri="{FF2B5EF4-FFF2-40B4-BE49-F238E27FC236}">
                  <a16:creationId xmlns:a16="http://schemas.microsoft.com/office/drawing/2014/main" id="{84BDF3E8-157B-47D1-AF8E-FE1EFF0612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4" name="Freeform 12">
              <a:extLst>
                <a:ext uri="{FF2B5EF4-FFF2-40B4-BE49-F238E27FC236}">
                  <a16:creationId xmlns:a16="http://schemas.microsoft.com/office/drawing/2014/main" id="{68B482B5-E0FD-406A-99B2-297DF33354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5" name="Freeform 13">
              <a:extLst>
                <a:ext uri="{FF2B5EF4-FFF2-40B4-BE49-F238E27FC236}">
                  <a16:creationId xmlns:a16="http://schemas.microsoft.com/office/drawing/2014/main" id="{B8750F30-12E8-410B-8709-78F1EF3BBE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6" name="Freeform 14">
              <a:extLst>
                <a:ext uri="{FF2B5EF4-FFF2-40B4-BE49-F238E27FC236}">
                  <a16:creationId xmlns:a16="http://schemas.microsoft.com/office/drawing/2014/main" id="{DB2D030A-4700-4CC4-A971-F119F8372C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7" name="Freeform 15">
              <a:extLst>
                <a:ext uri="{FF2B5EF4-FFF2-40B4-BE49-F238E27FC236}">
                  <a16:creationId xmlns:a16="http://schemas.microsoft.com/office/drawing/2014/main" id="{B4E516DB-F66E-4E88-8CAA-67153F5618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88" name="Line 16">
              <a:extLst>
                <a:ext uri="{FF2B5EF4-FFF2-40B4-BE49-F238E27FC236}">
                  <a16:creationId xmlns:a16="http://schemas.microsoft.com/office/drawing/2014/main" id="{DF749FDD-DD56-4DC9-A379-77E1106981D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89" name="Freeform 17">
              <a:extLst>
                <a:ext uri="{FF2B5EF4-FFF2-40B4-BE49-F238E27FC236}">
                  <a16:creationId xmlns:a16="http://schemas.microsoft.com/office/drawing/2014/main" id="{6AD95087-E0AF-45D3-B824-EFFCBBECD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0" name="Freeform 18">
              <a:extLst>
                <a:ext uri="{FF2B5EF4-FFF2-40B4-BE49-F238E27FC236}">
                  <a16:creationId xmlns:a16="http://schemas.microsoft.com/office/drawing/2014/main" id="{2D21010F-3DE2-4881-B9D5-3415C4E05D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1" name="Freeform 19">
              <a:extLst>
                <a:ext uri="{FF2B5EF4-FFF2-40B4-BE49-F238E27FC236}">
                  <a16:creationId xmlns:a16="http://schemas.microsoft.com/office/drawing/2014/main" id="{2AFDF4BC-8E99-4A2C-9EF2-4B98A05C2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2" name="Freeform 20">
              <a:extLst>
                <a:ext uri="{FF2B5EF4-FFF2-40B4-BE49-F238E27FC236}">
                  <a16:creationId xmlns:a16="http://schemas.microsoft.com/office/drawing/2014/main" id="{BB8EAEE8-22EA-4103-A02E-5043474C4B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3" name="Rectangle 21">
              <a:extLst>
                <a:ext uri="{FF2B5EF4-FFF2-40B4-BE49-F238E27FC236}">
                  <a16:creationId xmlns:a16="http://schemas.microsoft.com/office/drawing/2014/main" id="{7148ABD2-E447-429F-B97E-86494051C10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94" name="Freeform 22">
              <a:extLst>
                <a:ext uri="{FF2B5EF4-FFF2-40B4-BE49-F238E27FC236}">
                  <a16:creationId xmlns:a16="http://schemas.microsoft.com/office/drawing/2014/main" id="{99900F4A-F8CA-456E-9FA0-34572621C0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5" name="Freeform 23">
              <a:extLst>
                <a:ext uri="{FF2B5EF4-FFF2-40B4-BE49-F238E27FC236}">
                  <a16:creationId xmlns:a16="http://schemas.microsoft.com/office/drawing/2014/main" id="{DF5CD0A9-E49B-4968-886B-41C1A66D232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6" name="Freeform 24">
              <a:extLst>
                <a:ext uri="{FF2B5EF4-FFF2-40B4-BE49-F238E27FC236}">
                  <a16:creationId xmlns:a16="http://schemas.microsoft.com/office/drawing/2014/main" id="{7E462582-7383-4272-A323-85C9D137C4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7" name="Freeform 25">
              <a:extLst>
                <a:ext uri="{FF2B5EF4-FFF2-40B4-BE49-F238E27FC236}">
                  <a16:creationId xmlns:a16="http://schemas.microsoft.com/office/drawing/2014/main" id="{CB472F67-7C37-4D80-B346-DE30D44B55A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8" name="Freeform 26">
              <a:extLst>
                <a:ext uri="{FF2B5EF4-FFF2-40B4-BE49-F238E27FC236}">
                  <a16:creationId xmlns:a16="http://schemas.microsoft.com/office/drawing/2014/main" id="{19A8AE83-358F-4D4E-91C7-F09E35097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99" name="Freeform 27">
              <a:extLst>
                <a:ext uri="{FF2B5EF4-FFF2-40B4-BE49-F238E27FC236}">
                  <a16:creationId xmlns:a16="http://schemas.microsoft.com/office/drawing/2014/main" id="{C4B79436-9285-45DE-A9FB-B3DD750738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00" name="Freeform 28">
              <a:extLst>
                <a:ext uri="{FF2B5EF4-FFF2-40B4-BE49-F238E27FC236}">
                  <a16:creationId xmlns:a16="http://schemas.microsoft.com/office/drawing/2014/main" id="{B0BF8BF3-C90A-483A-B61E-13D2C41FBAC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01" name="Freeform 29">
              <a:extLst>
                <a:ext uri="{FF2B5EF4-FFF2-40B4-BE49-F238E27FC236}">
                  <a16:creationId xmlns:a16="http://schemas.microsoft.com/office/drawing/2014/main" id="{31011274-F329-444B-9B06-69DD2EC4490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02" name="Freeform 30">
              <a:extLst>
                <a:ext uri="{FF2B5EF4-FFF2-40B4-BE49-F238E27FC236}">
                  <a16:creationId xmlns:a16="http://schemas.microsoft.com/office/drawing/2014/main" id="{DB8B1D39-5B9A-4B4E-849B-A5821A2460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03" name="Freeform 31">
              <a:extLst>
                <a:ext uri="{FF2B5EF4-FFF2-40B4-BE49-F238E27FC236}">
                  <a16:creationId xmlns:a16="http://schemas.microsoft.com/office/drawing/2014/main" id="{336ECD63-75C2-4A32-A31B-30BB3097240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pic>
        <p:nvPicPr>
          <p:cNvPr id="5" name="Content Placeholder 4" descr="A screenshot of a computer&#10;&#10;Description automatically generated">
            <a:extLst>
              <a:ext uri="{FF2B5EF4-FFF2-40B4-BE49-F238E27FC236}">
                <a16:creationId xmlns:a16="http://schemas.microsoft.com/office/drawing/2014/main" id="{5AFE93A9-DD76-A2B4-24B1-ABB295E8D8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1778" y="714795"/>
            <a:ext cx="6844045" cy="5423905"/>
          </a:xfrm>
          <a:prstGeom prst="rect">
            <a:avLst/>
          </a:prstGeom>
        </p:spPr>
      </p:pic>
    </p:spTree>
    <p:extLst>
      <p:ext uri="{BB962C8B-B14F-4D97-AF65-F5344CB8AC3E}">
        <p14:creationId xmlns:p14="http://schemas.microsoft.com/office/powerpoint/2010/main" val="124907830"/>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45942-D87B-C1DE-9A42-648642186902}"/>
              </a:ext>
            </a:extLst>
          </p:cNvPr>
          <p:cNvSpPr>
            <a:spLocks noGrp="1"/>
          </p:cNvSpPr>
          <p:nvPr>
            <p:ph type="title"/>
          </p:nvPr>
        </p:nvSpPr>
        <p:spPr/>
        <p:txBody>
          <a:bodyPr/>
          <a:lstStyle/>
          <a:p>
            <a:r>
              <a:rPr lang="en-US" dirty="0"/>
              <a:t>Cost of top 50</a:t>
            </a:r>
            <a:br>
              <a:rPr lang="en-US" dirty="0"/>
            </a:br>
            <a:endParaRPr lang="en-US" dirty="0"/>
          </a:p>
        </p:txBody>
      </p:sp>
      <p:pic>
        <p:nvPicPr>
          <p:cNvPr id="5" name="Content Placeholder 4" descr="A graph of blue bars&#10;&#10;Description automatically generated with medium confidence">
            <a:extLst>
              <a:ext uri="{FF2B5EF4-FFF2-40B4-BE49-F238E27FC236}">
                <a16:creationId xmlns:a16="http://schemas.microsoft.com/office/drawing/2014/main" id="{D6195149-C822-0F4B-50F0-47F861DE42B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84760" y="1357803"/>
            <a:ext cx="9419303" cy="5373329"/>
          </a:xfrm>
        </p:spPr>
      </p:pic>
    </p:spTree>
    <p:extLst>
      <p:ext uri="{BB962C8B-B14F-4D97-AF65-F5344CB8AC3E}">
        <p14:creationId xmlns:p14="http://schemas.microsoft.com/office/powerpoint/2010/main" val="17880863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697F791-5FFA-4164-899F-EB52EA72B0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2">
            <a:extLst>
              <a:ext uri="{FF2B5EF4-FFF2-40B4-BE49-F238E27FC236}">
                <a16:creationId xmlns:a16="http://schemas.microsoft.com/office/drawing/2014/main" id="{4E28A1A9-FB81-4816-AAEA-C3B43094695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a:stretch>
            <a:fillRect/>
          </a:stretch>
        </p:blipFill>
        <p:spPr bwMode="auto">
          <a:xfrm>
            <a:off x="1190" y="-2"/>
            <a:ext cx="4061525" cy="6858001"/>
          </a:xfrm>
          <a:prstGeom prst="rect">
            <a:avLst/>
          </a:prstGeom>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sp>
        <p:nvSpPr>
          <p:cNvPr id="16" name="Rectangle 15">
            <a:extLst>
              <a:ext uri="{FF2B5EF4-FFF2-40B4-BE49-F238E27FC236}">
                <a16:creationId xmlns:a16="http://schemas.microsoft.com/office/drawing/2014/main" id="{B773AB25-A422-41AA-9737-5E04C1966D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53"/>
            <a:ext cx="4055621" cy="6858000"/>
          </a:xfrm>
          <a:prstGeom prst="rect">
            <a:avLst/>
          </a:prstGeom>
          <a:ln>
            <a:noFill/>
          </a:ln>
          <a:effectLst>
            <a:outerShdw blurRad="76200" dist="38100" algn="l" rotWithShape="0">
              <a:prstClr val="black">
                <a:alpha val="37000"/>
              </a:prstClr>
            </a:outerShdw>
          </a:effectLst>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18" name="Picture 2">
            <a:extLst>
              <a:ext uri="{FF2B5EF4-FFF2-40B4-BE49-F238E27FC236}">
                <a16:creationId xmlns:a16="http://schemas.microsoft.com/office/drawing/2014/main" id="{AF0552B8-DE8C-40DF-B29F-1728E6A1061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22530" y="23283"/>
            <a:ext cx="4078152"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sp>
        <p:nvSpPr>
          <p:cNvPr id="2" name="Title 1">
            <a:extLst>
              <a:ext uri="{FF2B5EF4-FFF2-40B4-BE49-F238E27FC236}">
                <a16:creationId xmlns:a16="http://schemas.microsoft.com/office/drawing/2014/main" id="{B0746F99-ACF3-6B44-D7C6-FAC49C64DA35}"/>
              </a:ext>
            </a:extLst>
          </p:cNvPr>
          <p:cNvSpPr>
            <a:spLocks noGrp="1"/>
          </p:cNvSpPr>
          <p:nvPr>
            <p:ph type="title"/>
          </p:nvPr>
        </p:nvSpPr>
        <p:spPr>
          <a:xfrm>
            <a:off x="855266" y="618518"/>
            <a:ext cx="2851417" cy="1478570"/>
          </a:xfrm>
        </p:spPr>
        <p:txBody>
          <a:bodyPr>
            <a:normAutofit/>
          </a:bodyPr>
          <a:lstStyle/>
          <a:p>
            <a:r>
              <a:rPr lang="en-US" sz="3000" dirty="0">
                <a:solidFill>
                  <a:srgbClr val="FFFFFF"/>
                </a:solidFill>
              </a:rPr>
              <a:t>Avg use rate by location</a:t>
            </a:r>
          </a:p>
        </p:txBody>
      </p:sp>
      <p:grpSp>
        <p:nvGrpSpPr>
          <p:cNvPr id="20" name="Group 19">
            <a:extLst>
              <a:ext uri="{FF2B5EF4-FFF2-40B4-BE49-F238E27FC236}">
                <a16:creationId xmlns:a16="http://schemas.microsoft.com/office/drawing/2014/main" id="{6AD0D387-1584-4477-B5F8-52B50D4F22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21" name="Rectangle 5">
              <a:extLst>
                <a:ext uri="{FF2B5EF4-FFF2-40B4-BE49-F238E27FC236}">
                  <a16:creationId xmlns:a16="http://schemas.microsoft.com/office/drawing/2014/main" id="{22C90122-8CF0-4164-B596-168DE41D39A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22" name="Freeform 6">
              <a:extLst>
                <a:ext uri="{FF2B5EF4-FFF2-40B4-BE49-F238E27FC236}">
                  <a16:creationId xmlns:a16="http://schemas.microsoft.com/office/drawing/2014/main" id="{E74D534E-37A6-4D27-9C47-0B2F052783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3" name="Freeform 7">
              <a:extLst>
                <a:ext uri="{FF2B5EF4-FFF2-40B4-BE49-F238E27FC236}">
                  <a16:creationId xmlns:a16="http://schemas.microsoft.com/office/drawing/2014/main" id="{1C1C156E-D2E0-468A-9B19-79521D69BF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4" name="Freeform 8">
              <a:extLst>
                <a:ext uri="{FF2B5EF4-FFF2-40B4-BE49-F238E27FC236}">
                  <a16:creationId xmlns:a16="http://schemas.microsoft.com/office/drawing/2014/main" id="{14C97F11-4F6C-4DFF-89BC-3AEA5B7FF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5" name="Freeform 9">
              <a:extLst>
                <a:ext uri="{FF2B5EF4-FFF2-40B4-BE49-F238E27FC236}">
                  <a16:creationId xmlns:a16="http://schemas.microsoft.com/office/drawing/2014/main" id="{773C2106-77CE-42E1-839F-925EAEBB2FF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6" name="Freeform 10">
              <a:extLst>
                <a:ext uri="{FF2B5EF4-FFF2-40B4-BE49-F238E27FC236}">
                  <a16:creationId xmlns:a16="http://schemas.microsoft.com/office/drawing/2014/main" id="{E2807D33-BD1F-4B09-8D93-63C06DB3C0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7" name="Freeform 11">
              <a:extLst>
                <a:ext uri="{FF2B5EF4-FFF2-40B4-BE49-F238E27FC236}">
                  <a16:creationId xmlns:a16="http://schemas.microsoft.com/office/drawing/2014/main" id="{84BDF3E8-157B-47D1-AF8E-FE1EFF0612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8" name="Freeform 12">
              <a:extLst>
                <a:ext uri="{FF2B5EF4-FFF2-40B4-BE49-F238E27FC236}">
                  <a16:creationId xmlns:a16="http://schemas.microsoft.com/office/drawing/2014/main" id="{68B482B5-E0FD-406A-99B2-297DF33354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9" name="Freeform 13">
              <a:extLst>
                <a:ext uri="{FF2B5EF4-FFF2-40B4-BE49-F238E27FC236}">
                  <a16:creationId xmlns:a16="http://schemas.microsoft.com/office/drawing/2014/main" id="{B8750F30-12E8-410B-8709-78F1EF3BBE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0" name="Freeform 14">
              <a:extLst>
                <a:ext uri="{FF2B5EF4-FFF2-40B4-BE49-F238E27FC236}">
                  <a16:creationId xmlns:a16="http://schemas.microsoft.com/office/drawing/2014/main" id="{DB2D030A-4700-4CC4-A971-F119F8372C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1" name="Freeform 15">
              <a:extLst>
                <a:ext uri="{FF2B5EF4-FFF2-40B4-BE49-F238E27FC236}">
                  <a16:creationId xmlns:a16="http://schemas.microsoft.com/office/drawing/2014/main" id="{B4E516DB-F66E-4E88-8CAA-67153F5618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2" name="Line 16">
              <a:extLst>
                <a:ext uri="{FF2B5EF4-FFF2-40B4-BE49-F238E27FC236}">
                  <a16:creationId xmlns:a16="http://schemas.microsoft.com/office/drawing/2014/main" id="{DF749FDD-DD56-4DC9-A379-77E1106981D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a:extLst>
                <a:ext uri="{FF2B5EF4-FFF2-40B4-BE49-F238E27FC236}">
                  <a16:creationId xmlns:a16="http://schemas.microsoft.com/office/drawing/2014/main" id="{6AD95087-E0AF-45D3-B824-EFFCBBECD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4" name="Freeform 18">
              <a:extLst>
                <a:ext uri="{FF2B5EF4-FFF2-40B4-BE49-F238E27FC236}">
                  <a16:creationId xmlns:a16="http://schemas.microsoft.com/office/drawing/2014/main" id="{2D21010F-3DE2-4881-B9D5-3415C4E05D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5" name="Freeform 19">
              <a:extLst>
                <a:ext uri="{FF2B5EF4-FFF2-40B4-BE49-F238E27FC236}">
                  <a16:creationId xmlns:a16="http://schemas.microsoft.com/office/drawing/2014/main" id="{2AFDF4BC-8E99-4A2C-9EF2-4B98A05C2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6" name="Freeform 20">
              <a:extLst>
                <a:ext uri="{FF2B5EF4-FFF2-40B4-BE49-F238E27FC236}">
                  <a16:creationId xmlns:a16="http://schemas.microsoft.com/office/drawing/2014/main" id="{BB8EAEE8-22EA-4103-A02E-5043474C4B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7" name="Rectangle 21">
              <a:extLst>
                <a:ext uri="{FF2B5EF4-FFF2-40B4-BE49-F238E27FC236}">
                  <a16:creationId xmlns:a16="http://schemas.microsoft.com/office/drawing/2014/main" id="{7148ABD2-E447-429F-B97E-86494051C10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38" name="Freeform 22">
              <a:extLst>
                <a:ext uri="{FF2B5EF4-FFF2-40B4-BE49-F238E27FC236}">
                  <a16:creationId xmlns:a16="http://schemas.microsoft.com/office/drawing/2014/main" id="{99900F4A-F8CA-456E-9FA0-34572621C0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9" name="Freeform 23">
              <a:extLst>
                <a:ext uri="{FF2B5EF4-FFF2-40B4-BE49-F238E27FC236}">
                  <a16:creationId xmlns:a16="http://schemas.microsoft.com/office/drawing/2014/main" id="{DF5CD0A9-E49B-4968-886B-41C1A66D232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0" name="Freeform 24">
              <a:extLst>
                <a:ext uri="{FF2B5EF4-FFF2-40B4-BE49-F238E27FC236}">
                  <a16:creationId xmlns:a16="http://schemas.microsoft.com/office/drawing/2014/main" id="{7E462582-7383-4272-A323-85C9D137C4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1" name="Freeform 25">
              <a:extLst>
                <a:ext uri="{FF2B5EF4-FFF2-40B4-BE49-F238E27FC236}">
                  <a16:creationId xmlns:a16="http://schemas.microsoft.com/office/drawing/2014/main" id="{CB472F67-7C37-4D80-B346-DE30D44B55A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2" name="Freeform 26">
              <a:extLst>
                <a:ext uri="{FF2B5EF4-FFF2-40B4-BE49-F238E27FC236}">
                  <a16:creationId xmlns:a16="http://schemas.microsoft.com/office/drawing/2014/main" id="{19A8AE83-358F-4D4E-91C7-F09E35097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3" name="Freeform 27">
              <a:extLst>
                <a:ext uri="{FF2B5EF4-FFF2-40B4-BE49-F238E27FC236}">
                  <a16:creationId xmlns:a16="http://schemas.microsoft.com/office/drawing/2014/main" id="{C4B79436-9285-45DE-A9FB-B3DD750738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4" name="Freeform 28">
              <a:extLst>
                <a:ext uri="{FF2B5EF4-FFF2-40B4-BE49-F238E27FC236}">
                  <a16:creationId xmlns:a16="http://schemas.microsoft.com/office/drawing/2014/main" id="{B0BF8BF3-C90A-483A-B61E-13D2C41FBAC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5" name="Freeform 29">
              <a:extLst>
                <a:ext uri="{FF2B5EF4-FFF2-40B4-BE49-F238E27FC236}">
                  <a16:creationId xmlns:a16="http://schemas.microsoft.com/office/drawing/2014/main" id="{31011274-F329-444B-9B06-69DD2EC4490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6" name="Freeform 30">
              <a:extLst>
                <a:ext uri="{FF2B5EF4-FFF2-40B4-BE49-F238E27FC236}">
                  <a16:creationId xmlns:a16="http://schemas.microsoft.com/office/drawing/2014/main" id="{DB8B1D39-5B9A-4B4E-849B-A5821A2460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7" name="Freeform 31">
              <a:extLst>
                <a:ext uri="{FF2B5EF4-FFF2-40B4-BE49-F238E27FC236}">
                  <a16:creationId xmlns:a16="http://schemas.microsoft.com/office/drawing/2014/main" id="{336ECD63-75C2-4A32-A31B-30BB3097240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pic>
        <p:nvPicPr>
          <p:cNvPr id="7" name="Picture 6" descr="A graph with blue bars and text&#10;&#10;Description automatically generated">
            <a:extLst>
              <a:ext uri="{FF2B5EF4-FFF2-40B4-BE49-F238E27FC236}">
                <a16:creationId xmlns:a16="http://schemas.microsoft.com/office/drawing/2014/main" id="{8B363EA0-F4D2-211B-9552-89A0D3D230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5725" y="562769"/>
            <a:ext cx="6797629" cy="5624047"/>
          </a:xfrm>
          <a:prstGeom prst="rect">
            <a:avLst/>
          </a:prstGeom>
        </p:spPr>
      </p:pic>
    </p:spTree>
    <p:extLst>
      <p:ext uri="{BB962C8B-B14F-4D97-AF65-F5344CB8AC3E}">
        <p14:creationId xmlns:p14="http://schemas.microsoft.com/office/powerpoint/2010/main" val="3625309646"/>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46F99-ACF3-6B44-D7C6-FAC49C64DA35}"/>
              </a:ext>
            </a:extLst>
          </p:cNvPr>
          <p:cNvSpPr>
            <a:spLocks noGrp="1"/>
          </p:cNvSpPr>
          <p:nvPr>
            <p:ph type="title"/>
          </p:nvPr>
        </p:nvSpPr>
        <p:spPr/>
        <p:txBody>
          <a:bodyPr/>
          <a:lstStyle/>
          <a:p>
            <a:r>
              <a:rPr lang="en-US" dirty="0"/>
              <a:t>Avg utilization per month </a:t>
            </a:r>
          </a:p>
        </p:txBody>
      </p:sp>
      <p:pic>
        <p:nvPicPr>
          <p:cNvPr id="5" name="Content Placeholder 4" descr="A graph with numbers and lines&#10;&#10;Description automatically generated">
            <a:extLst>
              <a:ext uri="{FF2B5EF4-FFF2-40B4-BE49-F238E27FC236}">
                <a16:creationId xmlns:a16="http://schemas.microsoft.com/office/drawing/2014/main" id="{863EABE4-0059-17AE-1BD6-3D5FAD68839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13781" y="2249488"/>
            <a:ext cx="4761264" cy="3541712"/>
          </a:xfrm>
        </p:spPr>
      </p:pic>
    </p:spTree>
    <p:extLst>
      <p:ext uri="{BB962C8B-B14F-4D97-AF65-F5344CB8AC3E}">
        <p14:creationId xmlns:p14="http://schemas.microsoft.com/office/powerpoint/2010/main" val="41563347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F1F2B-2621-0E6D-8327-70DD47474149}"/>
              </a:ext>
            </a:extLst>
          </p:cNvPr>
          <p:cNvSpPr>
            <a:spLocks noGrp="1"/>
          </p:cNvSpPr>
          <p:nvPr>
            <p:ph type="title"/>
          </p:nvPr>
        </p:nvSpPr>
        <p:spPr/>
        <p:txBody>
          <a:bodyPr/>
          <a:lstStyle/>
          <a:p>
            <a:r>
              <a:rPr lang="en-US" dirty="0">
                <a:solidFill>
                  <a:srgbClr val="FFFFFF"/>
                </a:solidFill>
              </a:rPr>
              <a:t>Insights &amp; conclusion  </a:t>
            </a:r>
            <a:br>
              <a:rPr lang="en-US" dirty="0">
                <a:solidFill>
                  <a:srgbClr val="FFFFFF"/>
                </a:solidFill>
              </a:rPr>
            </a:br>
            <a:endParaRPr lang="en-US" dirty="0"/>
          </a:p>
        </p:txBody>
      </p:sp>
      <p:sp>
        <p:nvSpPr>
          <p:cNvPr id="3" name="Content Placeholder 2">
            <a:extLst>
              <a:ext uri="{FF2B5EF4-FFF2-40B4-BE49-F238E27FC236}">
                <a16:creationId xmlns:a16="http://schemas.microsoft.com/office/drawing/2014/main" id="{D262C931-DC19-AF99-7A2D-803689C23F06}"/>
              </a:ext>
            </a:extLst>
          </p:cNvPr>
          <p:cNvSpPr>
            <a:spLocks noGrp="1"/>
          </p:cNvSpPr>
          <p:nvPr>
            <p:ph idx="1"/>
          </p:nvPr>
        </p:nvSpPr>
        <p:spPr/>
        <p:txBody>
          <a:bodyPr/>
          <a:lstStyle/>
          <a:p>
            <a:r>
              <a:rPr lang="en-US" dirty="0"/>
              <a:t>The company hires part time employees who are paid by hour (not determined either online or offline )</a:t>
            </a:r>
          </a:p>
          <a:p>
            <a:r>
              <a:rPr lang="en-US" dirty="0"/>
              <a:t>The number of allocated hours obviously started to decrease after </a:t>
            </a:r>
            <a:r>
              <a:rPr lang="en-US" dirty="0" err="1"/>
              <a:t>feb</a:t>
            </a:r>
            <a:r>
              <a:rPr lang="en-US" dirty="0"/>
              <a:t> 2022 </a:t>
            </a:r>
          </a:p>
        </p:txBody>
      </p:sp>
    </p:spTree>
    <p:extLst>
      <p:ext uri="{BB962C8B-B14F-4D97-AF65-F5344CB8AC3E}">
        <p14:creationId xmlns:p14="http://schemas.microsoft.com/office/powerpoint/2010/main" val="16260143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F45805-5482-C9FC-CECF-73232FAFC7D0}"/>
              </a:ext>
            </a:extLst>
          </p:cNvPr>
          <p:cNvSpPr>
            <a:spLocks noGrp="1"/>
          </p:cNvSpPr>
          <p:nvPr>
            <p:ph idx="1"/>
          </p:nvPr>
        </p:nvSpPr>
        <p:spPr>
          <a:xfrm>
            <a:off x="1141412" y="1337187"/>
            <a:ext cx="9905999" cy="4454014"/>
          </a:xfrm>
        </p:spPr>
        <p:txBody>
          <a:bodyPr>
            <a:normAutofit/>
          </a:bodyPr>
          <a:lstStyle/>
          <a:p>
            <a:pPr marL="0" indent="0">
              <a:buNone/>
            </a:pPr>
            <a:r>
              <a:rPr lang="en-US" dirty="0"/>
              <a:t>The decrease of staffing could be according to some reasons like :</a:t>
            </a:r>
          </a:p>
          <a:p>
            <a:r>
              <a:rPr lang="en-US" dirty="0"/>
              <a:t>The unsatisfying payment (average 9.6$ per hour)</a:t>
            </a:r>
          </a:p>
          <a:p>
            <a:r>
              <a:rPr lang="en-US" dirty="0"/>
              <a:t>The trendy period was quite short which means employees didn’t find comfort in the job</a:t>
            </a:r>
          </a:p>
          <a:p>
            <a:r>
              <a:rPr lang="en-US" dirty="0"/>
              <a:t>The decrement started from feb-22 which the time the world started to get out of the quarantine and recovered from corona pandemic so perhaps employees lift their parttime jobs and got back to their original jobs  </a:t>
            </a:r>
          </a:p>
          <a:p>
            <a:endParaRPr lang="en-US" dirty="0"/>
          </a:p>
          <a:p>
            <a:pPr marL="0" indent="0">
              <a:buNone/>
            </a:pPr>
            <a:endParaRPr lang="en-US" dirty="0"/>
          </a:p>
        </p:txBody>
      </p:sp>
    </p:spTree>
    <p:extLst>
      <p:ext uri="{BB962C8B-B14F-4D97-AF65-F5344CB8AC3E}">
        <p14:creationId xmlns:p14="http://schemas.microsoft.com/office/powerpoint/2010/main" val="6735309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8000"/>
                <a:hueMod val="94000"/>
                <a:satMod val="148000"/>
                <a:lumMod val="150000"/>
              </a:schemeClr>
            </a:gs>
            <a:gs pos="100000">
              <a:schemeClr val="bg1">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pic>
        <p:nvPicPr>
          <p:cNvPr id="7" name="Picture 2">
            <a:extLst>
              <a:ext uri="{FF2B5EF4-FFF2-40B4-BE49-F238E27FC236}">
                <a16:creationId xmlns:a16="http://schemas.microsoft.com/office/drawing/2014/main" id="{9ACD3AF8-B16E-4174-8C1A-41F683C4AF8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a16="http://schemas.microsoft.com/office/drawing/2014/main" xmlns="">
                <a:solidFill>
                  <a:srgbClr val="FFFFFF"/>
                </a:solidFill>
              </a14:hiddenFill>
            </a:ext>
          </a:extLst>
        </p:spPr>
      </p:pic>
      <p:grpSp>
        <p:nvGrpSpPr>
          <p:cNvPr id="9" name="Group 8">
            <a:extLst>
              <a:ext uri="{FF2B5EF4-FFF2-40B4-BE49-F238E27FC236}">
                <a16:creationId xmlns:a16="http://schemas.microsoft.com/office/drawing/2014/main" id="{FF5EAD09-B81D-415F-8BCF-73C81AE05F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0" name="Rectangle 5">
              <a:extLst>
                <a:ext uri="{FF2B5EF4-FFF2-40B4-BE49-F238E27FC236}">
                  <a16:creationId xmlns:a16="http://schemas.microsoft.com/office/drawing/2014/main" id="{CFB79010-8ED4-49EF-AFD2-F4D8C80B69B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11" name="Freeform 6">
              <a:extLst>
                <a:ext uri="{FF2B5EF4-FFF2-40B4-BE49-F238E27FC236}">
                  <a16:creationId xmlns:a16="http://schemas.microsoft.com/office/drawing/2014/main" id="{4649B869-006E-42B5-9DDC-21049B130E0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2" name="Freeform 7">
              <a:extLst>
                <a:ext uri="{FF2B5EF4-FFF2-40B4-BE49-F238E27FC236}">
                  <a16:creationId xmlns:a16="http://schemas.microsoft.com/office/drawing/2014/main" id="{443096BD-333F-48B6-8220-D1F9793E40A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3" name="Rectangle 8">
              <a:extLst>
                <a:ext uri="{FF2B5EF4-FFF2-40B4-BE49-F238E27FC236}">
                  <a16:creationId xmlns:a16="http://schemas.microsoft.com/office/drawing/2014/main" id="{1A45BB9A-7E84-4B9B-923A-270A97F8524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14" name="Freeform 9">
              <a:extLst>
                <a:ext uri="{FF2B5EF4-FFF2-40B4-BE49-F238E27FC236}">
                  <a16:creationId xmlns:a16="http://schemas.microsoft.com/office/drawing/2014/main" id="{D7D7C768-2F76-4DE2-A807-1B9FFF816C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5" name="Freeform 10">
              <a:extLst>
                <a:ext uri="{FF2B5EF4-FFF2-40B4-BE49-F238E27FC236}">
                  <a16:creationId xmlns:a16="http://schemas.microsoft.com/office/drawing/2014/main" id="{1870B32E-EE42-470E-B543-CA55AEC8CA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6" name="Freeform 11">
              <a:extLst>
                <a:ext uri="{FF2B5EF4-FFF2-40B4-BE49-F238E27FC236}">
                  <a16:creationId xmlns:a16="http://schemas.microsoft.com/office/drawing/2014/main" id="{EEF09120-11AA-4DB5-98A8-EC4923002C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7" name="Freeform 12">
              <a:extLst>
                <a:ext uri="{FF2B5EF4-FFF2-40B4-BE49-F238E27FC236}">
                  <a16:creationId xmlns:a16="http://schemas.microsoft.com/office/drawing/2014/main" id="{39CC463D-589C-461C-A234-0460EB06B8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8" name="Freeform 13">
              <a:extLst>
                <a:ext uri="{FF2B5EF4-FFF2-40B4-BE49-F238E27FC236}">
                  <a16:creationId xmlns:a16="http://schemas.microsoft.com/office/drawing/2014/main" id="{B6516153-269A-421E-A021-CB3F3C5E1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9" name="Freeform 14">
              <a:extLst>
                <a:ext uri="{FF2B5EF4-FFF2-40B4-BE49-F238E27FC236}">
                  <a16:creationId xmlns:a16="http://schemas.microsoft.com/office/drawing/2014/main" id="{45E14300-6C4A-4F77-915F-F3B25B0237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0" name="Freeform 15">
              <a:extLst>
                <a:ext uri="{FF2B5EF4-FFF2-40B4-BE49-F238E27FC236}">
                  <a16:creationId xmlns:a16="http://schemas.microsoft.com/office/drawing/2014/main" id="{993E312A-E6A6-4B52-ADE6-618ADC89BA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1" name="Freeform 16">
              <a:extLst>
                <a:ext uri="{FF2B5EF4-FFF2-40B4-BE49-F238E27FC236}">
                  <a16:creationId xmlns:a16="http://schemas.microsoft.com/office/drawing/2014/main" id="{2F0F3026-2480-472B-8C52-36812C81E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2" name="Freeform 17">
              <a:extLst>
                <a:ext uri="{FF2B5EF4-FFF2-40B4-BE49-F238E27FC236}">
                  <a16:creationId xmlns:a16="http://schemas.microsoft.com/office/drawing/2014/main" id="{34E1C992-559D-4827-9F30-31A3CA7A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3" name="Freeform 18">
              <a:extLst>
                <a:ext uri="{FF2B5EF4-FFF2-40B4-BE49-F238E27FC236}">
                  <a16:creationId xmlns:a16="http://schemas.microsoft.com/office/drawing/2014/main" id="{D9F2FB98-F443-498F-AAD9-6945825681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4" name="Freeform 19">
              <a:extLst>
                <a:ext uri="{FF2B5EF4-FFF2-40B4-BE49-F238E27FC236}">
                  <a16:creationId xmlns:a16="http://schemas.microsoft.com/office/drawing/2014/main" id="{75DBF6EC-ED50-43E4-8A8B-64CE86A88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5" name="Freeform 20">
              <a:extLst>
                <a:ext uri="{FF2B5EF4-FFF2-40B4-BE49-F238E27FC236}">
                  <a16:creationId xmlns:a16="http://schemas.microsoft.com/office/drawing/2014/main" id="{FD854F40-AC43-4F21-9C62-2CE35CFD2B1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6" name="Freeform 21">
              <a:extLst>
                <a:ext uri="{FF2B5EF4-FFF2-40B4-BE49-F238E27FC236}">
                  <a16:creationId xmlns:a16="http://schemas.microsoft.com/office/drawing/2014/main" id="{62CCB560-494A-4F74-9DE4-068806A893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7" name="Freeform 22">
              <a:extLst>
                <a:ext uri="{FF2B5EF4-FFF2-40B4-BE49-F238E27FC236}">
                  <a16:creationId xmlns:a16="http://schemas.microsoft.com/office/drawing/2014/main" id="{6F9A05F2-B5D2-4D8A-9A78-14E45C13FE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8" name="Freeform 23">
              <a:extLst>
                <a:ext uri="{FF2B5EF4-FFF2-40B4-BE49-F238E27FC236}">
                  <a16:creationId xmlns:a16="http://schemas.microsoft.com/office/drawing/2014/main" id="{A6373189-19BB-4BEC-84A3-432253E058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9" name="Freeform 24">
              <a:extLst>
                <a:ext uri="{FF2B5EF4-FFF2-40B4-BE49-F238E27FC236}">
                  <a16:creationId xmlns:a16="http://schemas.microsoft.com/office/drawing/2014/main" id="{71AB3122-947A-44DB-B190-A2601C6C95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0" name="Freeform 25">
              <a:extLst>
                <a:ext uri="{FF2B5EF4-FFF2-40B4-BE49-F238E27FC236}">
                  <a16:creationId xmlns:a16="http://schemas.microsoft.com/office/drawing/2014/main" id="{74B4109D-3AFC-4D44-87B1-0CDED3E63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1" name="Freeform 26">
              <a:extLst>
                <a:ext uri="{FF2B5EF4-FFF2-40B4-BE49-F238E27FC236}">
                  <a16:creationId xmlns:a16="http://schemas.microsoft.com/office/drawing/2014/main" id="{44AAD39F-F7C9-4D00-95E0-0465B4E8588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2" name="Freeform 27">
              <a:extLst>
                <a:ext uri="{FF2B5EF4-FFF2-40B4-BE49-F238E27FC236}">
                  <a16:creationId xmlns:a16="http://schemas.microsoft.com/office/drawing/2014/main" id="{C1DCAB8D-6EF6-4A84-8D0C-AA9226DEC9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3" name="Freeform 28">
              <a:extLst>
                <a:ext uri="{FF2B5EF4-FFF2-40B4-BE49-F238E27FC236}">
                  <a16:creationId xmlns:a16="http://schemas.microsoft.com/office/drawing/2014/main" id="{C407F97F-83CF-4703-B9E0-6335530E32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4" name="Freeform 29">
              <a:extLst>
                <a:ext uri="{FF2B5EF4-FFF2-40B4-BE49-F238E27FC236}">
                  <a16:creationId xmlns:a16="http://schemas.microsoft.com/office/drawing/2014/main" id="{0D8D2363-5D84-4CFF-89AA-3C93C859DB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5" name="Freeform 30">
              <a:extLst>
                <a:ext uri="{FF2B5EF4-FFF2-40B4-BE49-F238E27FC236}">
                  <a16:creationId xmlns:a16="http://schemas.microsoft.com/office/drawing/2014/main" id="{0435A35C-AC99-4E12-8CB0-9C640DAA945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6" name="Freeform 31">
              <a:extLst>
                <a:ext uri="{FF2B5EF4-FFF2-40B4-BE49-F238E27FC236}">
                  <a16:creationId xmlns:a16="http://schemas.microsoft.com/office/drawing/2014/main" id="{F20392CF-2256-4527-836B-2E6F88596E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7" name="Freeform 32">
              <a:extLst>
                <a:ext uri="{FF2B5EF4-FFF2-40B4-BE49-F238E27FC236}">
                  <a16:creationId xmlns:a16="http://schemas.microsoft.com/office/drawing/2014/main" id="{C52C3AD3-122C-4010-9C55-B0247F8CCA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8" name="Rectangle 33">
              <a:extLst>
                <a:ext uri="{FF2B5EF4-FFF2-40B4-BE49-F238E27FC236}">
                  <a16:creationId xmlns:a16="http://schemas.microsoft.com/office/drawing/2014/main" id="{EFCB53ED-09C0-4AD7-9BBC-366833D5FE0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39" name="Freeform 34">
              <a:extLst>
                <a:ext uri="{FF2B5EF4-FFF2-40B4-BE49-F238E27FC236}">
                  <a16:creationId xmlns:a16="http://schemas.microsoft.com/office/drawing/2014/main" id="{6F309F52-BFCF-47D9-8089-BC049540DB4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0" name="Freeform 35">
              <a:extLst>
                <a:ext uri="{FF2B5EF4-FFF2-40B4-BE49-F238E27FC236}">
                  <a16:creationId xmlns:a16="http://schemas.microsoft.com/office/drawing/2014/main" id="{5F9AE85F-C7AA-4761-B468-2E100829BC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1" name="Freeform 36">
              <a:extLst>
                <a:ext uri="{FF2B5EF4-FFF2-40B4-BE49-F238E27FC236}">
                  <a16:creationId xmlns:a16="http://schemas.microsoft.com/office/drawing/2014/main" id="{2C81C778-91E5-4AE9-AACB-8566E7A28B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2" name="Freeform 37">
              <a:extLst>
                <a:ext uri="{FF2B5EF4-FFF2-40B4-BE49-F238E27FC236}">
                  <a16:creationId xmlns:a16="http://schemas.microsoft.com/office/drawing/2014/main" id="{6C56E0B4-58A0-4B2B-BD56-54121BB8DB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3" name="Freeform 38">
              <a:extLst>
                <a:ext uri="{FF2B5EF4-FFF2-40B4-BE49-F238E27FC236}">
                  <a16:creationId xmlns:a16="http://schemas.microsoft.com/office/drawing/2014/main" id="{88A29CFE-13A6-4509-946F-5C074F856E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4" name="Freeform 39">
              <a:extLst>
                <a:ext uri="{FF2B5EF4-FFF2-40B4-BE49-F238E27FC236}">
                  <a16:creationId xmlns:a16="http://schemas.microsoft.com/office/drawing/2014/main" id="{00235A0A-018B-4499-AC16-AF83457BF4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5" name="Freeform 40">
              <a:extLst>
                <a:ext uri="{FF2B5EF4-FFF2-40B4-BE49-F238E27FC236}">
                  <a16:creationId xmlns:a16="http://schemas.microsoft.com/office/drawing/2014/main" id="{861DF9B7-50DC-4EBE-8B23-97FE92DBBB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6" name="Freeform 41">
              <a:extLst>
                <a:ext uri="{FF2B5EF4-FFF2-40B4-BE49-F238E27FC236}">
                  <a16:creationId xmlns:a16="http://schemas.microsoft.com/office/drawing/2014/main" id="{69673907-73D7-4729-A911-9BD078EC2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7" name="Freeform 42">
              <a:extLst>
                <a:ext uri="{FF2B5EF4-FFF2-40B4-BE49-F238E27FC236}">
                  <a16:creationId xmlns:a16="http://schemas.microsoft.com/office/drawing/2014/main" id="{4DC844D3-8053-4EE7-A286-50157B6FD8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8" name="Freeform 43">
              <a:extLst>
                <a:ext uri="{FF2B5EF4-FFF2-40B4-BE49-F238E27FC236}">
                  <a16:creationId xmlns:a16="http://schemas.microsoft.com/office/drawing/2014/main" id="{D67575A0-A45A-4773-874C-16370E3670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9" name="Freeform 44">
              <a:extLst>
                <a:ext uri="{FF2B5EF4-FFF2-40B4-BE49-F238E27FC236}">
                  <a16:creationId xmlns:a16="http://schemas.microsoft.com/office/drawing/2014/main" id="{4327252B-B62B-4DE0-A924-B7F6E40AD96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0" name="Rectangle 45">
              <a:extLst>
                <a:ext uri="{FF2B5EF4-FFF2-40B4-BE49-F238E27FC236}">
                  <a16:creationId xmlns:a16="http://schemas.microsoft.com/office/drawing/2014/main" id="{778BC6A7-AC19-497B-A7C6-E447B2EBDAB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51" name="Freeform 46">
              <a:extLst>
                <a:ext uri="{FF2B5EF4-FFF2-40B4-BE49-F238E27FC236}">
                  <a16:creationId xmlns:a16="http://schemas.microsoft.com/office/drawing/2014/main" id="{4E79A87B-BF1F-437A-9FED-BE93025E50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2" name="Freeform 47">
              <a:extLst>
                <a:ext uri="{FF2B5EF4-FFF2-40B4-BE49-F238E27FC236}">
                  <a16:creationId xmlns:a16="http://schemas.microsoft.com/office/drawing/2014/main" id="{DFAAF3CC-B4E0-45C8-AC2D-EF0D6D823D1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3" name="Freeform 48">
              <a:extLst>
                <a:ext uri="{FF2B5EF4-FFF2-40B4-BE49-F238E27FC236}">
                  <a16:creationId xmlns:a16="http://schemas.microsoft.com/office/drawing/2014/main" id="{A5A12C87-1E4A-4664-B2F4-A1C8B656F9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4" name="Freeform 49">
              <a:extLst>
                <a:ext uri="{FF2B5EF4-FFF2-40B4-BE49-F238E27FC236}">
                  <a16:creationId xmlns:a16="http://schemas.microsoft.com/office/drawing/2014/main" id="{B3AF8230-4630-4505-ADDB-16A9B6B3772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5" name="Freeform 50">
              <a:extLst>
                <a:ext uri="{FF2B5EF4-FFF2-40B4-BE49-F238E27FC236}">
                  <a16:creationId xmlns:a16="http://schemas.microsoft.com/office/drawing/2014/main" id="{33F93F6D-724D-42F3-AF1D-3081EAB5D1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6" name="Freeform 51">
              <a:extLst>
                <a:ext uri="{FF2B5EF4-FFF2-40B4-BE49-F238E27FC236}">
                  <a16:creationId xmlns:a16="http://schemas.microsoft.com/office/drawing/2014/main" id="{F5DD7A8F-FB67-4E79-80DB-0FAF3A098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7" name="Freeform 52">
              <a:extLst>
                <a:ext uri="{FF2B5EF4-FFF2-40B4-BE49-F238E27FC236}">
                  <a16:creationId xmlns:a16="http://schemas.microsoft.com/office/drawing/2014/main" id="{7B140A84-E89E-4A80-9DF8-7BCA45F90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8" name="Freeform 53">
              <a:extLst>
                <a:ext uri="{FF2B5EF4-FFF2-40B4-BE49-F238E27FC236}">
                  <a16:creationId xmlns:a16="http://schemas.microsoft.com/office/drawing/2014/main" id="{279E1D6A-EFE2-44C6-A5BF-DFADF0DC91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9" name="Freeform 54">
              <a:extLst>
                <a:ext uri="{FF2B5EF4-FFF2-40B4-BE49-F238E27FC236}">
                  <a16:creationId xmlns:a16="http://schemas.microsoft.com/office/drawing/2014/main" id="{C9FA2204-561F-4ABB-988C-03053820F1D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0" name="Freeform 55">
              <a:extLst>
                <a:ext uri="{FF2B5EF4-FFF2-40B4-BE49-F238E27FC236}">
                  <a16:creationId xmlns:a16="http://schemas.microsoft.com/office/drawing/2014/main" id="{8BD7D04E-AC0A-424F-BC40-28842DAFFA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1" name="Freeform 56">
              <a:extLst>
                <a:ext uri="{FF2B5EF4-FFF2-40B4-BE49-F238E27FC236}">
                  <a16:creationId xmlns:a16="http://schemas.microsoft.com/office/drawing/2014/main" id="{32B616A2-FE09-47DD-B58C-12EE58B7CA5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2" name="Freeform 57">
              <a:extLst>
                <a:ext uri="{FF2B5EF4-FFF2-40B4-BE49-F238E27FC236}">
                  <a16:creationId xmlns:a16="http://schemas.microsoft.com/office/drawing/2014/main" id="{08C5EAF5-6064-484E-BA05-80D09D84EA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3" name="Freeform 58">
              <a:extLst>
                <a:ext uri="{FF2B5EF4-FFF2-40B4-BE49-F238E27FC236}">
                  <a16:creationId xmlns:a16="http://schemas.microsoft.com/office/drawing/2014/main" id="{F11D90DF-D275-4725-884C-77E5E01D89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grpSp>
      <p:grpSp>
        <p:nvGrpSpPr>
          <p:cNvPr id="65" name="Group 64">
            <a:extLst>
              <a:ext uri="{FF2B5EF4-FFF2-40B4-BE49-F238E27FC236}">
                <a16:creationId xmlns:a16="http://schemas.microsoft.com/office/drawing/2014/main" id="{9BE10567-6165-46A7-867D-4690A16B4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66" name="Rectangle 65">
              <a:extLst>
                <a:ext uri="{FF2B5EF4-FFF2-40B4-BE49-F238E27FC236}">
                  <a16:creationId xmlns:a16="http://schemas.microsoft.com/office/drawing/2014/main" id="{0F4DB1F4-429C-4C85-85D7-C4D81996D3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7" name="Picture 2">
              <a:extLst>
                <a:ext uri="{FF2B5EF4-FFF2-40B4-BE49-F238E27FC236}">
                  <a16:creationId xmlns:a16="http://schemas.microsoft.com/office/drawing/2014/main" id="{159C0DA6-71D9-4C96-A774-7FADF5E0A4C4}"/>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sp>
        <p:nvSpPr>
          <p:cNvPr id="69" name="Round Diagonal Corner Rectangle 7">
            <a:extLst>
              <a:ext uri="{FF2B5EF4-FFF2-40B4-BE49-F238E27FC236}">
                <a16:creationId xmlns:a16="http://schemas.microsoft.com/office/drawing/2014/main" id="{4B24F6DB-F114-44A7-BB56-D401884E4E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82333" y="2235200"/>
            <a:ext cx="7027334" cy="2396067"/>
          </a:xfrm>
          <a:prstGeom prst="round2DiagRect">
            <a:avLst>
              <a:gd name="adj1" fmla="val 9246"/>
              <a:gd name="adj2" fmla="val 0"/>
            </a:avLst>
          </a:prstGeom>
          <a:solidFill>
            <a:srgbClr val="000000">
              <a:alpha val="80000"/>
            </a:srgb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71" name="Group 70">
            <a:extLst>
              <a:ext uri="{FF2B5EF4-FFF2-40B4-BE49-F238E27FC236}">
                <a16:creationId xmlns:a16="http://schemas.microsoft.com/office/drawing/2014/main" id="{4DB50ECD-225E-4F81-AF7B-706DD05F3B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5895" y="2900097"/>
            <a:ext cx="10982062" cy="1211524"/>
            <a:chOff x="605895" y="2900097"/>
            <a:chExt cx="10982062" cy="1211524"/>
          </a:xfrm>
          <a:effectLst/>
        </p:grpSpPr>
        <p:sp>
          <p:nvSpPr>
            <p:cNvPr id="72" name="Freeform 32">
              <a:extLst>
                <a:ext uri="{FF2B5EF4-FFF2-40B4-BE49-F238E27FC236}">
                  <a16:creationId xmlns:a16="http://schemas.microsoft.com/office/drawing/2014/main" id="{CBC3B006-1357-4969-BC3D-CDD91E492B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9653587" y="33797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73" name="Freeform 33">
              <a:extLst>
                <a:ext uri="{FF2B5EF4-FFF2-40B4-BE49-F238E27FC236}">
                  <a16:creationId xmlns:a16="http://schemas.microsoft.com/office/drawing/2014/main" id="{0D6E4F1D-B331-41B5-90EF-2236C1EE155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0078244" y="33107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74" name="Freeform 34">
              <a:extLst>
                <a:ext uri="{FF2B5EF4-FFF2-40B4-BE49-F238E27FC236}">
                  <a16:creationId xmlns:a16="http://schemas.microsoft.com/office/drawing/2014/main" id="{54A60014-21DF-44E5-9137-4335718850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1146631" y="35742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75" name="Freeform 37">
              <a:extLst>
                <a:ext uri="{FF2B5EF4-FFF2-40B4-BE49-F238E27FC236}">
                  <a16:creationId xmlns:a16="http://schemas.microsoft.com/office/drawing/2014/main" id="{40B768C0-B003-45F4-9A06-EA3509A90B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10230644" y="30345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76" name="Freeform 35">
              <a:extLst>
                <a:ext uri="{FF2B5EF4-FFF2-40B4-BE49-F238E27FC236}">
                  <a16:creationId xmlns:a16="http://schemas.microsoft.com/office/drawing/2014/main" id="{5E479182-2054-4AD9-823D-81CFAD7F2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034587" y="25627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77" name="Freeform 36">
              <a:extLst>
                <a:ext uri="{FF2B5EF4-FFF2-40B4-BE49-F238E27FC236}">
                  <a16:creationId xmlns:a16="http://schemas.microsoft.com/office/drawing/2014/main" id="{A7D912CF-756A-41F1-8BF1-5BA7D1BD05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0747375" y="32326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78" name="Freeform 38">
              <a:extLst>
                <a:ext uri="{FF2B5EF4-FFF2-40B4-BE49-F238E27FC236}">
                  <a16:creationId xmlns:a16="http://schemas.microsoft.com/office/drawing/2014/main" id="{734B6F35-2160-44B1-AB00-F628C84B14F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1399044" y="30953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79" name="Freeform 39">
              <a:extLst>
                <a:ext uri="{FF2B5EF4-FFF2-40B4-BE49-F238E27FC236}">
                  <a16:creationId xmlns:a16="http://schemas.microsoft.com/office/drawing/2014/main" id="{D8657E76-4F63-44FE-86C5-54CA174FC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353675" y="21531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80" name="Freeform 40">
              <a:extLst>
                <a:ext uri="{FF2B5EF4-FFF2-40B4-BE49-F238E27FC236}">
                  <a16:creationId xmlns:a16="http://schemas.microsoft.com/office/drawing/2014/main" id="{482CEB8C-90E5-4152-8B52-A2881B98A3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9848850" y="33088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81" name="Rectangle 41">
              <a:extLst>
                <a:ext uri="{FF2B5EF4-FFF2-40B4-BE49-F238E27FC236}">
                  <a16:creationId xmlns:a16="http://schemas.microsoft.com/office/drawing/2014/main" id="{85010FC2-BC4C-4692-876D-7FE363BFC6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5400000">
              <a:off x="9721056" y="32842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82" name="Freeform 32">
              <a:extLst>
                <a:ext uri="{FF2B5EF4-FFF2-40B4-BE49-F238E27FC236}">
                  <a16:creationId xmlns:a16="http://schemas.microsoft.com/office/drawing/2014/main" id="{714C1223-2B78-4715-9ACB-079A60D16D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2122751" y="35321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83" name="Freeform 33">
              <a:extLst>
                <a:ext uri="{FF2B5EF4-FFF2-40B4-BE49-F238E27FC236}">
                  <a16:creationId xmlns:a16="http://schemas.microsoft.com/office/drawing/2014/main" id="{1D9109D3-C92A-410B-9B43-5F02B2D84EE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1958445" y="34631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84" name="Freeform 34">
              <a:extLst>
                <a:ext uri="{FF2B5EF4-FFF2-40B4-BE49-F238E27FC236}">
                  <a16:creationId xmlns:a16="http://schemas.microsoft.com/office/drawing/2014/main" id="{EF5B327A-A1AE-42F3-815E-84F4AA2948C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858308" y="37266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85" name="Freeform 37">
              <a:extLst>
                <a:ext uri="{FF2B5EF4-FFF2-40B4-BE49-F238E27FC236}">
                  <a16:creationId xmlns:a16="http://schemas.microsoft.com/office/drawing/2014/main" id="{77738BDE-751F-4D4C-B4C4-C9DF3EA291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1658407" y="31869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86" name="Freeform 35">
              <a:extLst>
                <a:ext uri="{FF2B5EF4-FFF2-40B4-BE49-F238E27FC236}">
                  <a16:creationId xmlns:a16="http://schemas.microsoft.com/office/drawing/2014/main" id="{9C8C4AD6-72BF-490C-963C-97C7FD7E7E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860814" y="27151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87" name="Freeform 36">
              <a:extLst>
                <a:ext uri="{FF2B5EF4-FFF2-40B4-BE49-F238E27FC236}">
                  <a16:creationId xmlns:a16="http://schemas.microsoft.com/office/drawing/2014/main" id="{94990E31-5AA8-4502-A963-CE1B539DAC4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1289314" y="33850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88" name="Freeform 38">
              <a:extLst>
                <a:ext uri="{FF2B5EF4-FFF2-40B4-BE49-F238E27FC236}">
                  <a16:creationId xmlns:a16="http://schemas.microsoft.com/office/drawing/2014/main" id="{9E703E9D-ED76-449C-A8C0-7A1E24B8B2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605895" y="32477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89" name="Freeform 39">
              <a:extLst>
                <a:ext uri="{FF2B5EF4-FFF2-40B4-BE49-F238E27FC236}">
                  <a16:creationId xmlns:a16="http://schemas.microsoft.com/office/drawing/2014/main" id="{C70A75E8-C815-4CCF-ABEE-83F19BFE05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532202" y="23055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90" name="Freeform 40">
              <a:extLst>
                <a:ext uri="{FF2B5EF4-FFF2-40B4-BE49-F238E27FC236}">
                  <a16:creationId xmlns:a16="http://schemas.microsoft.com/office/drawing/2014/main" id="{E15638E1-6A92-4D31-A034-853A65A754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2154501" y="34612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91" name="Rectangle 41">
              <a:extLst>
                <a:ext uri="{FF2B5EF4-FFF2-40B4-BE49-F238E27FC236}">
                  <a16:creationId xmlns:a16="http://schemas.microsoft.com/office/drawing/2014/main" id="{EA3E8D58-D52B-4300-8A50-5696430D1A6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16200000" flipH="1">
              <a:off x="2448983" y="34366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grpSp>
      <p:sp>
        <p:nvSpPr>
          <p:cNvPr id="2" name="Title 1">
            <a:extLst>
              <a:ext uri="{FF2B5EF4-FFF2-40B4-BE49-F238E27FC236}">
                <a16:creationId xmlns:a16="http://schemas.microsoft.com/office/drawing/2014/main" id="{D056091C-3414-8AA8-6E0B-6246EE3FF899}"/>
              </a:ext>
            </a:extLst>
          </p:cNvPr>
          <p:cNvSpPr>
            <a:spLocks noGrp="1"/>
          </p:cNvSpPr>
          <p:nvPr>
            <p:ph type="title"/>
          </p:nvPr>
        </p:nvSpPr>
        <p:spPr>
          <a:xfrm>
            <a:off x="2667000" y="2328334"/>
            <a:ext cx="6858000" cy="1367896"/>
          </a:xfrm>
        </p:spPr>
        <p:txBody>
          <a:bodyPr vert="horz" lIns="91440" tIns="45720" rIns="91440" bIns="45720" rtlCol="0" anchor="b">
            <a:normAutofit/>
          </a:bodyPr>
          <a:lstStyle/>
          <a:p>
            <a:pPr algn="ctr"/>
            <a:r>
              <a:rPr lang="en-US" sz="4800" dirty="0">
                <a:solidFill>
                  <a:srgbClr val="FFFFFF"/>
                </a:solidFill>
              </a:rPr>
              <a:t>Thanks for listening </a:t>
            </a:r>
          </a:p>
        </p:txBody>
      </p:sp>
    </p:spTree>
    <p:extLst>
      <p:ext uri="{BB962C8B-B14F-4D97-AF65-F5344CB8AC3E}">
        <p14:creationId xmlns:p14="http://schemas.microsoft.com/office/powerpoint/2010/main" val="351203259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557</TotalTime>
  <Words>288</Words>
  <Application>Microsoft Office PowerPoint</Application>
  <PresentationFormat>Widescreen</PresentationFormat>
  <Paragraphs>44</Paragraphs>
  <Slides>22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Tw Cen MT</vt:lpstr>
      <vt:lpstr>Circuit</vt:lpstr>
      <vt:lpstr>Demand management </vt:lpstr>
      <vt:lpstr>Contents </vt:lpstr>
      <vt:lpstr>Introduction </vt:lpstr>
      <vt:lpstr>Preprocessing</vt:lpstr>
      <vt:lpstr>Reshaping</vt:lpstr>
      <vt:lpstr>code used to reshape</vt:lpstr>
      <vt:lpstr>Making a new data frame for the reshaped sheet </vt:lpstr>
      <vt:lpstr>READ THE RESULTS TO A NEW EXCEL FILE </vt:lpstr>
      <vt:lpstr>Data after reshape </vt:lpstr>
      <vt:lpstr>Final data</vt:lpstr>
      <vt:lpstr>PowerPoint Presentation</vt:lpstr>
      <vt:lpstr>Analysis &amp; visualization  </vt:lpstr>
      <vt:lpstr>Number of employees per location </vt:lpstr>
      <vt:lpstr>distribution of employees according to utilization rate </vt:lpstr>
      <vt:lpstr>Top employees </vt:lpstr>
      <vt:lpstr>Least employees </vt:lpstr>
      <vt:lpstr>Cost of top 50 </vt:lpstr>
      <vt:lpstr>Avg use rate by location</vt:lpstr>
      <vt:lpstr>Avg utilization per month </vt:lpstr>
      <vt:lpstr>Insights &amp; conclusion   </vt:lpstr>
      <vt:lpstr>PowerPoint Presentation</vt:lpstr>
      <vt:lpstr>Thanks for listening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Ahmed Mohamed Anwer Abd elhafez Hussien</dc:creator>
  <cp:lastModifiedBy>Ahmed Mohamed Anwer Abd elhafez Hussien</cp:lastModifiedBy>
  <cp:revision>21</cp:revision>
  <dcterms:created xsi:type="dcterms:W3CDTF">2024-09-09T15:36:10Z</dcterms:created>
  <dcterms:modified xsi:type="dcterms:W3CDTF">2024-09-10T14:15:43Z</dcterms:modified>
</cp:coreProperties>
</file>